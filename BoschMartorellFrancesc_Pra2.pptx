
<file path=[Content_Types].xml><?xml version="1.0" encoding="utf-8"?>
<Types xmlns="http://schemas.openxmlformats.org/package/2006/content-types">
  <Default Extension="bmp" ContentType="image/bmp"/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autoCompressPictures="0">
  <p:sldMasterIdLst>
    <p:sldMasterId id="2147483768" r:id="rId4"/>
  </p:sldMasterIdLst>
  <p:notesMasterIdLst>
    <p:notesMasterId r:id="rId13"/>
  </p:notesMasterIdLst>
  <p:handoutMasterIdLst>
    <p:handoutMasterId r:id="rId14"/>
  </p:handoutMasterIdLst>
  <p:sldIdLst>
    <p:sldId id="256" r:id="rId5"/>
    <p:sldId id="259" r:id="rId6"/>
    <p:sldId id="263" r:id="rId7"/>
    <p:sldId id="264" r:id="rId8"/>
    <p:sldId id="265" r:id="rId9"/>
    <p:sldId id="262" r:id="rId10"/>
    <p:sldId id="266" r:id="rId11"/>
    <p:sldId id="260" r:id="rId12"/>
  </p:sldIdLst>
  <p:sldSz cx="12192000" cy="6858000"/>
  <p:notesSz cx="6858000" cy="9144000"/>
  <p:defaultTextStyle>
    <a:defPPr rtl="0">
      <a:defRPr lang="es-e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05" autoAdjust="0"/>
  </p:normalViewPr>
  <p:slideViewPr>
    <p:cSldViewPr snapToGrid="0">
      <p:cViewPr varScale="1">
        <p:scale>
          <a:sx n="115" d="100"/>
          <a:sy n="115" d="100"/>
        </p:scale>
        <p:origin x="37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9" d="100"/>
          <a:sy n="89" d="100"/>
        </p:scale>
        <p:origin x="3786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A8627C86-0A06-4AFA-8619-4771DB488BC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55E16A4-9F40-442F-BB9F-5DB89B117B0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1C978BB-17AB-49B9-831D-E0A226C1140D}" type="datetimeFigureOut">
              <a:rPr lang="es-ES" smtClean="0"/>
              <a:t>13/01/2026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8979291C-8864-4C7E-9BE1-CEDDECE510A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9BD830B5-FE2A-42D4-930A-4CC171CE8AA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1516F7-CC4C-4572-9A13-9CBD1F476B2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7633095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 noProof="0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4F7C793-600A-4516-927F-947C954D8023}" type="datetimeFigureOut">
              <a:rPr lang="es-ES" noProof="0" smtClean="0"/>
              <a:t>13/01/2026</a:t>
            </a:fld>
            <a:endParaRPr lang="es-ES" noProof="0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 noProof="0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 noProof="0" dirty="0"/>
              <a:t>Editar estilos de texto del patrón</a:t>
            </a:r>
          </a:p>
          <a:p>
            <a:pPr lvl="1"/>
            <a:r>
              <a:rPr lang="es-ES" noProof="0" dirty="0"/>
              <a:t>Segundo nivel</a:t>
            </a:r>
          </a:p>
          <a:p>
            <a:pPr lvl="2"/>
            <a:r>
              <a:rPr lang="es-ES" noProof="0" dirty="0"/>
              <a:t>Tercer nivel</a:t>
            </a:r>
          </a:p>
          <a:p>
            <a:pPr lvl="3"/>
            <a:r>
              <a:rPr lang="es-ES" noProof="0" dirty="0"/>
              <a:t>Cuarto nivel</a:t>
            </a:r>
          </a:p>
          <a:p>
            <a:pPr lvl="4"/>
            <a:r>
              <a:rPr lang="es-ES" noProof="0" dirty="0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 noProof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48D66D-B8C4-4C71-AFDB-4F8602FE9580}" type="slidenum">
              <a:rPr lang="es-ES" noProof="0" smtClean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31620654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48D66D-B8C4-4C71-AFDB-4F8602FE9580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970340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48D66D-B8C4-4C71-AFDB-4F8602FE9580}" type="slidenum">
              <a:rPr lang="es-ES" smtClean="0"/>
              <a:t>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132824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48D66D-B8C4-4C71-AFDB-4F8602FE9580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866102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48D66D-B8C4-4C71-AFDB-4F8602FE9580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0528090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48D66D-B8C4-4C71-AFDB-4F8602FE9580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092863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48D66D-B8C4-4C71-AFDB-4F8602FE9580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667197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48D66D-B8C4-4C71-AFDB-4F8602FE9580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670186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48D66D-B8C4-4C71-AFDB-4F8602FE9580}" type="slidenum">
              <a:rPr lang="es-ES" smtClean="0"/>
              <a:t>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440533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bmp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bmp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ángulo 15"/>
          <p:cNvSpPr/>
          <p:nvPr/>
        </p:nvSpPr>
        <p:spPr>
          <a:xfrm>
            <a:off x="1" y="0"/>
            <a:ext cx="12192000" cy="6858000"/>
          </a:xfrm>
          <a:prstGeom prst="rect">
            <a:avLst/>
          </a:prstGeom>
          <a:blipFill dpi="0" rotWithShape="1">
            <a:blip r:embed="rId2">
              <a:alphaModFix amt="45000"/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rcRect/>
            <a:tile tx="-31750" ty="-120650" sx="100000" sy="100000" flip="xy" algn="tl"/>
          </a:blipFill>
          <a:ln w="19050" cmpd="sng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ángulo 9"/>
          <p:cNvSpPr/>
          <p:nvPr/>
        </p:nvSpPr>
        <p:spPr>
          <a:xfrm>
            <a:off x="1307870" y="1267730"/>
            <a:ext cx="9576262" cy="4307950"/>
          </a:xfrm>
          <a:prstGeom prst="rect">
            <a:avLst/>
          </a:prstGeom>
          <a:solidFill>
            <a:schemeClr val="tx1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</a:ln>
          <a:effectLst>
            <a:outerShdw blurRad="63500" algn="ctr" rotWithShape="0">
              <a:prstClr val="black">
                <a:alpha val="40000"/>
              </a:prstClr>
            </a:outerShdw>
            <a:softEdge rad="0"/>
          </a:effectLst>
        </p:spPr>
      </p:sp>
      <p:sp>
        <p:nvSpPr>
          <p:cNvPr id="11" name="Rectángulo 10"/>
          <p:cNvSpPr/>
          <p:nvPr/>
        </p:nvSpPr>
        <p:spPr>
          <a:xfrm>
            <a:off x="1447801" y="1411615"/>
            <a:ext cx="9296400" cy="4034770"/>
          </a:xfrm>
          <a:prstGeom prst="rect">
            <a:avLst/>
          </a:prstGeom>
          <a:solidFill>
            <a:schemeClr val="bg2"/>
          </a:solidFill>
          <a:ln w="9525" cap="sq" cmpd="sng" algn="ctr">
            <a:noFill/>
            <a:prstDash val="solid"/>
            <a:miter lim="800000"/>
          </a:ln>
          <a:effectLst/>
        </p:spPr>
      </p:sp>
      <p:sp>
        <p:nvSpPr>
          <p:cNvPr id="15" name="Rectángulo 14"/>
          <p:cNvSpPr/>
          <p:nvPr/>
        </p:nvSpPr>
        <p:spPr>
          <a:xfrm>
            <a:off x="5135880" y="1267730"/>
            <a:ext cx="1920240" cy="73152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50800" dist="127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4" name="Grupo 3"/>
          <p:cNvGrpSpPr/>
          <p:nvPr/>
        </p:nvGrpSpPr>
        <p:grpSpPr>
          <a:xfrm>
            <a:off x="5250180" y="1267730"/>
            <a:ext cx="1691640" cy="645295"/>
            <a:chOff x="5318306" y="1386268"/>
            <a:chExt cx="1567331" cy="645295"/>
          </a:xfrm>
        </p:grpSpPr>
        <p:cxnSp>
          <p:nvCxnSpPr>
            <p:cNvPr id="17" name="Conector recto 16"/>
            <p:cNvCxnSpPr/>
            <p:nvPr/>
          </p:nvCxnSpPr>
          <p:spPr>
            <a:xfrm>
              <a:off x="5318306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recto 17"/>
            <p:cNvCxnSpPr/>
            <p:nvPr/>
          </p:nvCxnSpPr>
          <p:spPr>
            <a:xfrm>
              <a:off x="6885637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recto 18"/>
            <p:cNvCxnSpPr/>
            <p:nvPr/>
          </p:nvCxnSpPr>
          <p:spPr>
            <a:xfrm>
              <a:off x="5318306" y="2031563"/>
              <a:ext cx="1567331" cy="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61708" y="2091263"/>
            <a:ext cx="9068586" cy="2590800"/>
          </a:xfrm>
        </p:spPr>
        <p:txBody>
          <a:bodyPr tIns="45720" bIns="45720" rtlCol="0" anchor="ctr">
            <a:noAutofit/>
          </a:bodyPr>
          <a:lstStyle>
            <a:lvl1pPr algn="ctr">
              <a:lnSpc>
                <a:spcPct val="83000"/>
              </a:lnSpc>
              <a:defRPr lang="en-US" sz="7200" b="0" kern="1200" cap="all" spc="-100" baseline="0" dirty="0">
                <a:solidFill>
                  <a:schemeClr val="tx1"/>
                </a:solidFill>
                <a:effectLst>
                  <a:outerShdw blurRad="38100" dist="12700" dir="2700000" algn="tl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+mn-ea"/>
                <a:cs typeface="+mn-cs"/>
              </a:defRPr>
            </a:lvl1pPr>
          </a:lstStyle>
          <a:p>
            <a:pPr rtl="0"/>
            <a:r>
              <a:rPr lang="es-ES" noProof="0" smtClean="0"/>
              <a:t>Haga clic para modificar el estilo de título del patrón</a:t>
            </a:r>
            <a:endParaRPr lang="es-ES" noProof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62100" y="4682062"/>
            <a:ext cx="9070848" cy="457201"/>
          </a:xfrm>
        </p:spPr>
        <p:txBody>
          <a:bodyPr rtlCol="0">
            <a:normAutofit/>
          </a:bodyPr>
          <a:lstStyle>
            <a:lvl1pPr marL="0" indent="0" algn="ctr">
              <a:spcBef>
                <a:spcPts val="0"/>
              </a:spcBef>
              <a:buNone/>
              <a:defRPr sz="1600" spc="80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6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es-ES" noProof="0" smtClean="0"/>
              <a:t>Haga clic para editar el estilo de subtítulo del patrón</a:t>
            </a:r>
            <a:endParaRPr lang="es-ES" noProof="0"/>
          </a:p>
        </p:txBody>
      </p:sp>
      <p:sp>
        <p:nvSpPr>
          <p:cNvPr id="20" name="Marcador de posición de fecha 19"/>
          <p:cNvSpPr>
            <a:spLocks noGrp="1"/>
          </p:cNvSpPr>
          <p:nvPr>
            <p:ph type="dt" sz="half" idx="10"/>
          </p:nvPr>
        </p:nvSpPr>
        <p:spPr>
          <a:xfrm>
            <a:off x="5318760" y="1341255"/>
            <a:ext cx="1554480" cy="527213"/>
          </a:xfrm>
        </p:spPr>
        <p:txBody>
          <a:bodyPr rtlCol="0"/>
          <a:lstStyle>
            <a:lvl1pPr algn="ctr">
              <a:defRPr sz="1300" spc="0" baseline="0">
                <a:solidFill>
                  <a:srgbClr val="FFFFFF"/>
                </a:solidFill>
                <a:latin typeface="+mn-lt"/>
              </a:defRPr>
            </a:lvl1pPr>
          </a:lstStyle>
          <a:p>
            <a:pPr rtl="0"/>
            <a:fld id="{7610C9F1-60D2-4D1C-B89C-9F9966ED900D}" type="datetime1">
              <a:rPr lang="es-ES" noProof="0" smtClean="0"/>
              <a:t>13/01/2026</a:t>
            </a:fld>
            <a:endParaRPr lang="es-ES" noProof="0"/>
          </a:p>
        </p:txBody>
      </p:sp>
      <p:sp>
        <p:nvSpPr>
          <p:cNvPr id="21" name="Marcador de posición de pie de página 20"/>
          <p:cNvSpPr>
            <a:spLocks noGrp="1"/>
          </p:cNvSpPr>
          <p:nvPr>
            <p:ph type="ftr" sz="quarter" idx="11"/>
          </p:nvPr>
        </p:nvSpPr>
        <p:spPr>
          <a:xfrm>
            <a:off x="1453896" y="5212080"/>
            <a:ext cx="5905500" cy="228600"/>
          </a:xfrm>
        </p:spPr>
        <p:txBody>
          <a:bodyPr rtlCol="0"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pPr rtl="0"/>
            <a:endParaRPr lang="es-ES" noProof="0"/>
          </a:p>
        </p:txBody>
      </p:sp>
      <p:sp>
        <p:nvSpPr>
          <p:cNvPr id="22" name="Marcador de posición de número de diapositiva 21"/>
          <p:cNvSpPr>
            <a:spLocks noGrp="1"/>
          </p:cNvSpPr>
          <p:nvPr>
            <p:ph type="sldNum" sz="quarter" idx="12"/>
          </p:nvPr>
        </p:nvSpPr>
        <p:spPr>
          <a:xfrm>
            <a:off x="8606919" y="5212080"/>
            <a:ext cx="2111881" cy="228600"/>
          </a:xfrm>
        </p:spPr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4FAB73BC-B049-4115-A692-8D63A059BFB8}" type="slidenum">
              <a:rPr lang="es-ES" noProof="0" smtClean="0"/>
              <a:pPr rtl="0"/>
              <a:t>‹Nº›</a:t>
            </a:fld>
            <a:endParaRPr lang="es-ES" noProof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contenido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s-ES" noProof="0" smtClean="0"/>
              <a:t>Haga clic para modificar el estilo de título del patrón</a:t>
            </a:r>
            <a:endParaRPr lang="es-ES" noProof="0"/>
          </a:p>
        </p:txBody>
      </p:sp>
      <p:sp>
        <p:nvSpPr>
          <p:cNvPr id="3" name="Marcador de posición de contenido 2"/>
          <p:cNvSpPr>
            <a:spLocks noGrp="1"/>
          </p:cNvSpPr>
          <p:nvPr>
            <p:ph idx="1" hasCustomPrompt="1"/>
          </p:nvPr>
        </p:nvSpPr>
        <p:spPr/>
        <p:txBody>
          <a:bodyPr rtlCol="0"/>
          <a:lstStyle>
            <a:lvl1pPr>
              <a:defRPr sz="1800"/>
            </a:lvl1pPr>
          </a:lstStyle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4" name="Marcador de posición de fech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DED689D8-1390-447D-BE19-F6D5EEF5492B}" type="datetime1">
              <a:rPr lang="es-ES" noProof="0" smtClean="0"/>
              <a:t>13/01/2026</a:t>
            </a:fld>
            <a:endParaRPr lang="es-ES" noProof="0"/>
          </a:p>
        </p:txBody>
      </p:sp>
      <p:sp>
        <p:nvSpPr>
          <p:cNvPr id="5" name="Marcador de posición de pie de página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endParaRPr lang="es-ES" noProof="0"/>
          </a:p>
        </p:txBody>
      </p:sp>
      <p:sp>
        <p:nvSpPr>
          <p:cNvPr id="6" name="Marcador de posición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4FAB73BC-B049-4115-A692-8D63A059BFB8}" type="slidenum">
              <a:rPr lang="es-ES" noProof="0" smtClean="0"/>
              <a:pPr rtl="0"/>
              <a:t>‹Nº›</a:t>
            </a:fld>
            <a:endParaRPr lang="es-ES" noProof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ángulo 1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 dpi="0" rotWithShape="1">
            <a:blip r:embed="rId2">
              <a:alphaModFix amt="40000"/>
              <a:duotone>
                <a:schemeClr val="accent3">
                  <a:shade val="45000"/>
                  <a:satMod val="135000"/>
                </a:schemeClr>
                <a:prstClr val="white"/>
              </a:duotone>
            </a:blip>
            <a:srcRect/>
            <a:tile tx="-31750" ty="-120650" sx="100000" sy="100000" flip="xy" algn="tl"/>
          </a:blipFill>
          <a:ln w="19050" cmpd="sng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3" name="Rectángulo 22"/>
          <p:cNvSpPr/>
          <p:nvPr/>
        </p:nvSpPr>
        <p:spPr>
          <a:xfrm>
            <a:off x="1307870" y="1267730"/>
            <a:ext cx="9576262" cy="4307950"/>
          </a:xfrm>
          <a:prstGeom prst="rect">
            <a:avLst/>
          </a:prstGeom>
          <a:solidFill>
            <a:schemeClr val="tx1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</a:ln>
          <a:effectLst>
            <a:outerShdw blurRad="63500" algn="ctr" rotWithShape="0">
              <a:prstClr val="black">
                <a:alpha val="40000"/>
              </a:prstClr>
            </a:outerShdw>
            <a:softEdge rad="0"/>
          </a:effectLst>
        </p:spPr>
      </p:sp>
      <p:sp>
        <p:nvSpPr>
          <p:cNvPr id="24" name="Rectángulo 23"/>
          <p:cNvSpPr/>
          <p:nvPr/>
        </p:nvSpPr>
        <p:spPr>
          <a:xfrm>
            <a:off x="1447801" y="1411615"/>
            <a:ext cx="9296400" cy="4034770"/>
          </a:xfrm>
          <a:prstGeom prst="rect">
            <a:avLst/>
          </a:prstGeom>
          <a:solidFill>
            <a:schemeClr val="bg2"/>
          </a:solidFill>
          <a:ln w="9525" cap="sq" cmpd="sng" algn="ctr">
            <a:noFill/>
            <a:prstDash val="solid"/>
            <a:miter lim="800000"/>
          </a:ln>
          <a:effectLst/>
        </p:spPr>
      </p:sp>
      <p:sp>
        <p:nvSpPr>
          <p:cNvPr id="30" name="Rectángulo 29"/>
          <p:cNvSpPr/>
          <p:nvPr/>
        </p:nvSpPr>
        <p:spPr>
          <a:xfrm>
            <a:off x="5135880" y="1267730"/>
            <a:ext cx="1920240" cy="73152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50800" dist="127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31" name="Grupo 30"/>
          <p:cNvGrpSpPr/>
          <p:nvPr/>
        </p:nvGrpSpPr>
        <p:grpSpPr>
          <a:xfrm>
            <a:off x="5250180" y="1267730"/>
            <a:ext cx="1691640" cy="645295"/>
            <a:chOff x="5318306" y="1386268"/>
            <a:chExt cx="1567331" cy="645295"/>
          </a:xfrm>
        </p:grpSpPr>
        <p:cxnSp>
          <p:nvCxnSpPr>
            <p:cNvPr id="32" name="Conector recto 31"/>
            <p:cNvCxnSpPr/>
            <p:nvPr/>
          </p:nvCxnSpPr>
          <p:spPr>
            <a:xfrm>
              <a:off x="5318306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ector recto 32"/>
            <p:cNvCxnSpPr/>
            <p:nvPr/>
          </p:nvCxnSpPr>
          <p:spPr>
            <a:xfrm>
              <a:off x="6885637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ector recto 33"/>
            <p:cNvCxnSpPr/>
            <p:nvPr/>
          </p:nvCxnSpPr>
          <p:spPr>
            <a:xfrm>
              <a:off x="5318306" y="2031563"/>
              <a:ext cx="1567331" cy="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563623" y="2094309"/>
            <a:ext cx="9070848" cy="2587752"/>
          </a:xfrm>
        </p:spPr>
        <p:txBody>
          <a:bodyPr rtlCol="0" anchor="ctr">
            <a:noAutofit/>
          </a:bodyPr>
          <a:lstStyle>
            <a:lvl1pPr algn="ctr">
              <a:lnSpc>
                <a:spcPct val="83000"/>
              </a:lnSpc>
              <a:defRPr lang="en-US" sz="7200" b="0" kern="1200" cap="all" spc="-100" baseline="0" dirty="0">
                <a:solidFill>
                  <a:schemeClr val="tx1"/>
                </a:solidFill>
                <a:effectLst>
                  <a:outerShdw blurRad="38100" dist="12700" dir="2700000" algn="tl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+mn-ea"/>
                <a:cs typeface="+mn-cs"/>
              </a:defRPr>
            </a:lvl1pPr>
          </a:lstStyle>
          <a:p>
            <a:pPr rtl="0"/>
            <a:r>
              <a:rPr lang="es-ES" noProof="0" smtClean="0"/>
              <a:t>Haga clic para modificar el estilo de título del patrón</a:t>
            </a:r>
            <a:endParaRPr lang="es-ES" noProof="0"/>
          </a:p>
        </p:txBody>
      </p:sp>
      <p:sp>
        <p:nvSpPr>
          <p:cNvPr id="3" name="Marcador de posición de texto 2"/>
          <p:cNvSpPr>
            <a:spLocks noGrp="1"/>
          </p:cNvSpPr>
          <p:nvPr>
            <p:ph type="body" idx="1" hasCustomPrompt="1"/>
          </p:nvPr>
        </p:nvSpPr>
        <p:spPr>
          <a:xfrm>
            <a:off x="1563624" y="4682062"/>
            <a:ext cx="9070848" cy="457200"/>
          </a:xfrm>
        </p:spPr>
        <p:txBody>
          <a:bodyPr rtlCol="0" anchor="t">
            <a:normAutofit/>
          </a:bodyPr>
          <a:lstStyle>
            <a:lvl1pPr marL="0" indent="0" algn="ctr">
              <a:buNone/>
              <a:tabLst>
                <a:tab pos="2633663" algn="l"/>
              </a:tabLst>
              <a:defRPr sz="1600">
                <a:solidFill>
                  <a:schemeClr val="tx2"/>
                </a:solidFill>
                <a:effectLst/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es-ES" noProof="0"/>
              <a:t>Editar estilos de texto del patrón</a:t>
            </a:r>
          </a:p>
        </p:txBody>
      </p:sp>
      <p:sp>
        <p:nvSpPr>
          <p:cNvPr id="4" name="Marcador de posición de fecha 3"/>
          <p:cNvSpPr>
            <a:spLocks noGrp="1"/>
          </p:cNvSpPr>
          <p:nvPr>
            <p:ph type="dt" sz="half" idx="10"/>
          </p:nvPr>
        </p:nvSpPr>
        <p:spPr>
          <a:xfrm>
            <a:off x="5321808" y="1344502"/>
            <a:ext cx="1554480" cy="530352"/>
          </a:xfrm>
        </p:spPr>
        <p:txBody>
          <a:bodyPr rtlCol="0"/>
          <a:lstStyle>
            <a:lvl1pPr algn="ctr">
              <a:defRPr lang="en-US" sz="1300" kern="1200" spc="0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rtl="0"/>
            <a:fld id="{9364C9D6-9F1A-453E-A424-93F2690E71F9}" type="datetime1">
              <a:rPr lang="es-ES" noProof="0" smtClean="0"/>
              <a:t>13/01/2026</a:t>
            </a:fld>
            <a:endParaRPr lang="es-ES" noProof="0"/>
          </a:p>
        </p:txBody>
      </p:sp>
      <p:sp>
        <p:nvSpPr>
          <p:cNvPr id="5" name="Marcador de posición de pie de página 4"/>
          <p:cNvSpPr>
            <a:spLocks noGrp="1"/>
          </p:cNvSpPr>
          <p:nvPr>
            <p:ph type="ftr" sz="quarter" idx="11"/>
          </p:nvPr>
        </p:nvSpPr>
        <p:spPr>
          <a:xfrm>
            <a:off x="1453896" y="5212080"/>
            <a:ext cx="5907024" cy="228600"/>
          </a:xfrm>
        </p:spPr>
        <p:txBody>
          <a:bodyPr rtlCol="0"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pPr rtl="0"/>
            <a:endParaRPr lang="es-ES" noProof="0"/>
          </a:p>
        </p:txBody>
      </p:sp>
      <p:sp>
        <p:nvSpPr>
          <p:cNvPr id="6" name="Marcador de posición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8604504" y="5212080"/>
            <a:ext cx="2112264" cy="228600"/>
          </a:xfrm>
        </p:spPr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4FAB73BC-B049-4115-A692-8D63A059BFB8}" type="slidenum">
              <a:rPr lang="es-ES" noProof="0" smtClean="0"/>
              <a:pPr rtl="0"/>
              <a:t>‹Nº›</a:t>
            </a:fld>
            <a:endParaRPr lang="es-ES" noProof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ítulo 7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s-ES" noProof="0" smtClean="0"/>
              <a:t>Haga clic para modificar el estilo de título del patrón</a:t>
            </a:r>
            <a:endParaRPr lang="es-ES" noProof="0"/>
          </a:p>
        </p:txBody>
      </p:sp>
      <p:sp>
        <p:nvSpPr>
          <p:cNvPr id="3" name="Marcador de posición de contenido 2"/>
          <p:cNvSpPr>
            <a:spLocks noGrp="1"/>
          </p:cNvSpPr>
          <p:nvPr>
            <p:ph sz="half" idx="1" hasCustomPrompt="1"/>
          </p:nvPr>
        </p:nvSpPr>
        <p:spPr>
          <a:xfrm>
            <a:off x="1066800" y="2103120"/>
            <a:ext cx="4754880" cy="3749040"/>
          </a:xfrm>
        </p:spPr>
        <p:txBody>
          <a:bodyPr rtlCol="0"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4" name="Marcador de posición de contenido 3"/>
          <p:cNvSpPr>
            <a:spLocks noGrp="1"/>
          </p:cNvSpPr>
          <p:nvPr>
            <p:ph sz="half" idx="2" hasCustomPrompt="1"/>
          </p:nvPr>
        </p:nvSpPr>
        <p:spPr>
          <a:xfrm>
            <a:off x="6370320" y="2103120"/>
            <a:ext cx="4754880" cy="3749040"/>
          </a:xfrm>
        </p:spPr>
        <p:txBody>
          <a:bodyPr rtlCol="0"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5" name="Marcador de posición de fech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84544BF3-413D-4595-9F8C-D91E7937F37D}" type="datetime1">
              <a:rPr lang="es-ES" noProof="0" smtClean="0"/>
              <a:t>13/01/2026</a:t>
            </a:fld>
            <a:endParaRPr lang="es-ES" noProof="0"/>
          </a:p>
        </p:txBody>
      </p:sp>
      <p:sp>
        <p:nvSpPr>
          <p:cNvPr id="6" name="Marcador de posición de pie de página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endParaRPr lang="es-ES" noProof="0"/>
          </a:p>
        </p:txBody>
      </p:sp>
      <p:sp>
        <p:nvSpPr>
          <p:cNvPr id="7" name="Marcador de posición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4FAB73BC-B049-4115-A692-8D63A059BFB8}" type="slidenum">
              <a:rPr lang="es-ES" noProof="0" smtClean="0"/>
              <a:pPr rtl="0"/>
              <a:t>‹Nº›</a:t>
            </a:fld>
            <a:endParaRPr lang="es-ES" noProof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s-ES" noProof="0" smtClean="0"/>
              <a:t>Haga clic para modificar el estilo de título del patrón</a:t>
            </a:r>
            <a:endParaRPr lang="es-ES" noProof="0"/>
          </a:p>
        </p:txBody>
      </p:sp>
      <p:sp>
        <p:nvSpPr>
          <p:cNvPr id="3" name="Marcador de posición de texto 2"/>
          <p:cNvSpPr>
            <a:spLocks noGrp="1"/>
          </p:cNvSpPr>
          <p:nvPr>
            <p:ph type="body" idx="1" hasCustomPrompt="1"/>
          </p:nvPr>
        </p:nvSpPr>
        <p:spPr>
          <a:xfrm>
            <a:off x="1069848" y="2074334"/>
            <a:ext cx="4754880" cy="640080"/>
          </a:xfrm>
        </p:spPr>
        <p:txBody>
          <a:bodyPr rtlCol="0" anchor="ctr">
            <a:normAutofit/>
          </a:bodyPr>
          <a:lstStyle>
            <a:lvl1pPr marL="0" indent="0" algn="ctr">
              <a:spcBef>
                <a:spcPts val="0"/>
              </a:spcBef>
              <a:buNone/>
              <a:defRPr sz="1800" b="0">
                <a:solidFill>
                  <a:schemeClr val="tx2"/>
                </a:solidFill>
                <a:latin typeface="+mn-lt"/>
              </a:defRPr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ES" noProof="0"/>
              <a:t>Editar estilos de texto del patrón</a:t>
            </a:r>
          </a:p>
        </p:txBody>
      </p:sp>
      <p:sp>
        <p:nvSpPr>
          <p:cNvPr id="4" name="Marcador de posición de contenido 3"/>
          <p:cNvSpPr>
            <a:spLocks noGrp="1"/>
          </p:cNvSpPr>
          <p:nvPr>
            <p:ph sz="half" idx="2" hasCustomPrompt="1"/>
          </p:nvPr>
        </p:nvSpPr>
        <p:spPr>
          <a:xfrm>
            <a:off x="1069848" y="2755898"/>
            <a:ext cx="4754880" cy="3200400"/>
          </a:xfrm>
        </p:spPr>
        <p:txBody>
          <a:bodyPr rtlCol="0"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5" name="Marcador de posición de texto 4"/>
          <p:cNvSpPr>
            <a:spLocks noGrp="1"/>
          </p:cNvSpPr>
          <p:nvPr>
            <p:ph type="body" sz="quarter" idx="3" hasCustomPrompt="1"/>
          </p:nvPr>
        </p:nvSpPr>
        <p:spPr>
          <a:xfrm>
            <a:off x="6373368" y="2074334"/>
            <a:ext cx="4754880" cy="640080"/>
          </a:xfrm>
        </p:spPr>
        <p:txBody>
          <a:bodyPr rtlCol="0" anchor="ctr">
            <a:normAutofit/>
          </a:bodyPr>
          <a:lstStyle>
            <a:lvl1pPr marL="0" indent="0" algn="ctr">
              <a:spcBef>
                <a:spcPts val="0"/>
              </a:spcBef>
              <a:buNone/>
              <a:defRPr sz="1800" b="0">
                <a:solidFill>
                  <a:schemeClr val="tx2"/>
                </a:solidFill>
              </a:defRPr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ES" noProof="0"/>
              <a:t>Editar estilos de texto del patrón</a:t>
            </a:r>
          </a:p>
        </p:txBody>
      </p:sp>
      <p:sp>
        <p:nvSpPr>
          <p:cNvPr id="6" name="Marcador de posición de contenido 5"/>
          <p:cNvSpPr>
            <a:spLocks noGrp="1"/>
          </p:cNvSpPr>
          <p:nvPr>
            <p:ph sz="quarter" idx="4" hasCustomPrompt="1"/>
          </p:nvPr>
        </p:nvSpPr>
        <p:spPr>
          <a:xfrm>
            <a:off x="6373368" y="2756581"/>
            <a:ext cx="4754880" cy="3200400"/>
          </a:xfrm>
        </p:spPr>
        <p:txBody>
          <a:bodyPr rtlCol="0"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7" name="Marcador de posición de fecha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57D6BF9E-7CF2-4B2B-9DB2-5A2AB03E41C9}" type="datetime1">
              <a:rPr lang="es-ES" noProof="0" smtClean="0"/>
              <a:t>13/01/2026</a:t>
            </a:fld>
            <a:endParaRPr lang="es-ES" noProof="0"/>
          </a:p>
        </p:txBody>
      </p:sp>
      <p:sp>
        <p:nvSpPr>
          <p:cNvPr id="8" name="Marcador de posición de pie de página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endParaRPr lang="es-ES" noProof="0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4FAB73BC-B049-4115-A692-8D63A059BFB8}" type="slidenum">
              <a:rPr lang="es-ES" noProof="0" smtClean="0"/>
              <a:pPr rtl="0"/>
              <a:t>‹Nº›</a:t>
            </a:fld>
            <a:endParaRPr lang="es-ES" noProof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s-ES" noProof="0" smtClean="0"/>
              <a:t>Haga clic para modificar el estilo de título del patrón</a:t>
            </a:r>
            <a:endParaRPr lang="es-ES" noProof="0"/>
          </a:p>
        </p:txBody>
      </p:sp>
      <p:sp>
        <p:nvSpPr>
          <p:cNvPr id="3" name="Marcador de posición de fecha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9D8B4B4F-F042-47DC-829C-166835A561CC}" type="datetime1">
              <a:rPr lang="es-ES" noProof="0" smtClean="0"/>
              <a:t>13/01/2026</a:t>
            </a:fld>
            <a:endParaRPr lang="es-ES" noProof="0"/>
          </a:p>
        </p:txBody>
      </p:sp>
      <p:sp>
        <p:nvSpPr>
          <p:cNvPr id="4" name="Marcador de posición de pie de página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endParaRPr lang="es-ES" noProof="0"/>
          </a:p>
        </p:txBody>
      </p:sp>
      <p:sp>
        <p:nvSpPr>
          <p:cNvPr id="5" name="Marcador de posición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4FAB73BC-B049-4115-A692-8D63A059BFB8}" type="slidenum">
              <a:rPr lang="es-ES" noProof="0" smtClean="0"/>
              <a:pPr rtl="0"/>
              <a:t>‹Nº›</a:t>
            </a:fld>
            <a:endParaRPr lang="es-ES" noProof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ción de fecha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D53C2E1D-7BAD-4EB1-AF16-7910ABF5B599}" type="datetime1">
              <a:rPr lang="es-ES" noProof="0" smtClean="0"/>
              <a:t>13/01/2026</a:t>
            </a:fld>
            <a:endParaRPr lang="es-ES" noProof="0"/>
          </a:p>
        </p:txBody>
      </p:sp>
      <p:sp>
        <p:nvSpPr>
          <p:cNvPr id="3" name="Marcador de posición de pie de página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endParaRPr lang="es-ES" noProof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4FAB73BC-B049-4115-A692-8D63A059BFB8}" type="slidenum">
              <a:rPr lang="es-ES" noProof="0" smtClean="0"/>
              <a:pPr rtl="0"/>
              <a:t>‹Nº›</a:t>
            </a:fld>
            <a:endParaRPr lang="es-ES" noProof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ido con ley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ángulo 13"/>
          <p:cNvSpPr/>
          <p:nvPr/>
        </p:nvSpPr>
        <p:spPr>
          <a:xfrm>
            <a:off x="234693" y="237744"/>
            <a:ext cx="8633081" cy="6382512"/>
          </a:xfrm>
          <a:prstGeom prst="rect">
            <a:avLst/>
          </a:prstGeom>
          <a:solidFill>
            <a:schemeClr val="tx1"/>
          </a:solidFill>
          <a:ln w="6350" cap="flat" cmpd="sng" algn="ctr">
            <a:solidFill>
              <a:schemeClr val="tx1">
                <a:lumMod val="75000"/>
              </a:schemeClr>
            </a:solidFill>
            <a:prstDash val="solid"/>
          </a:ln>
          <a:effectLst>
            <a:softEdge rad="0"/>
          </a:effectLst>
        </p:spPr>
      </p:sp>
      <p:sp>
        <p:nvSpPr>
          <p:cNvPr id="16" name="Rectángulo 15"/>
          <p:cNvSpPr/>
          <p:nvPr/>
        </p:nvSpPr>
        <p:spPr>
          <a:xfrm>
            <a:off x="371856" y="374904"/>
            <a:ext cx="8353044" cy="6108192"/>
          </a:xfrm>
          <a:prstGeom prst="rect">
            <a:avLst/>
          </a:prstGeom>
          <a:solidFill>
            <a:schemeClr val="bg2"/>
          </a:solidFill>
          <a:ln w="6350" cap="sq" cmpd="sng" algn="ctr">
            <a:noFill/>
            <a:prstDash val="solid"/>
            <a:miter lim="800000"/>
          </a:ln>
          <a:effectLst/>
        </p:spPr>
      </p:sp>
      <p:sp>
        <p:nvSpPr>
          <p:cNvPr id="15" name="Rectángulo 14"/>
          <p:cNvSpPr/>
          <p:nvPr/>
        </p:nvSpPr>
        <p:spPr>
          <a:xfrm>
            <a:off x="9020386" y="237744"/>
            <a:ext cx="2926080" cy="638251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9296400" y="607392"/>
            <a:ext cx="2430780" cy="1645920"/>
          </a:xfrm>
        </p:spPr>
        <p:txBody>
          <a:bodyPr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800" b="0" kern="1200" cap="none" spc="0" baseline="0" dirty="0">
                <a:solidFill>
                  <a:schemeClr val="bg1"/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pPr rtl="0"/>
            <a:r>
              <a:rPr lang="es-ES" noProof="0" smtClean="0"/>
              <a:t>Haga clic para modificar el estilo de título del patrón</a:t>
            </a:r>
            <a:endParaRPr lang="es-ES" noProof="0"/>
          </a:p>
        </p:txBody>
      </p:sp>
      <p:sp>
        <p:nvSpPr>
          <p:cNvPr id="3" name="Marcador de posición de contenido 2"/>
          <p:cNvSpPr>
            <a:spLocks noGrp="1"/>
          </p:cNvSpPr>
          <p:nvPr>
            <p:ph idx="1" hasCustomPrompt="1"/>
          </p:nvPr>
        </p:nvSpPr>
        <p:spPr>
          <a:xfrm>
            <a:off x="790575" y="704850"/>
            <a:ext cx="7562850" cy="5143500"/>
          </a:xfrm>
        </p:spPr>
        <p:txBody>
          <a:bodyPr rtlCol="0"/>
          <a:lstStyle>
            <a:lvl1pPr>
              <a:defRPr sz="19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4" name="Marcador de posición de texto 3"/>
          <p:cNvSpPr>
            <a:spLocks noGrp="1"/>
          </p:cNvSpPr>
          <p:nvPr>
            <p:ph type="body" sz="half" idx="2" hasCustomPrompt="1"/>
          </p:nvPr>
        </p:nvSpPr>
        <p:spPr>
          <a:xfrm>
            <a:off x="9296400" y="2286000"/>
            <a:ext cx="2430780" cy="3505200"/>
          </a:xfrm>
        </p:spPr>
        <p:txBody>
          <a:bodyPr rtlCol="0">
            <a:normAutofit/>
          </a:bodyPr>
          <a:lstStyle>
            <a:lvl1pPr marL="0" indent="0">
              <a:lnSpc>
                <a:spcPct val="110000"/>
              </a:lnSpc>
              <a:spcBef>
                <a:spcPts val="800"/>
              </a:spcBef>
              <a:buNone/>
              <a:defRPr sz="1400">
                <a:solidFill>
                  <a:schemeClr val="bg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es-ES" noProof="0"/>
              <a:t>Editar estilos de texto del patrón</a:t>
            </a:r>
          </a:p>
        </p:txBody>
      </p:sp>
      <p:sp>
        <p:nvSpPr>
          <p:cNvPr id="5" name="Marcador de posición de fech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3DA921DE-2EA3-4C3D-8AF3-9E6B3697C994}" type="datetime1">
              <a:rPr lang="es-ES" noProof="0" smtClean="0"/>
              <a:t>13/01/2026</a:t>
            </a:fld>
            <a:endParaRPr lang="es-ES" noProof="0"/>
          </a:p>
        </p:txBody>
      </p:sp>
      <p:sp>
        <p:nvSpPr>
          <p:cNvPr id="6" name="Marcador de posición de pie de página 5"/>
          <p:cNvSpPr>
            <a:spLocks noGrp="1"/>
          </p:cNvSpPr>
          <p:nvPr>
            <p:ph type="ftr" sz="quarter" idx="11"/>
          </p:nvPr>
        </p:nvSpPr>
        <p:spPr>
          <a:xfrm>
            <a:off x="3439158" y="6214535"/>
            <a:ext cx="5184648" cy="256032"/>
          </a:xfrm>
        </p:spPr>
        <p:txBody>
          <a:bodyPr rtlCol="0"/>
          <a:lstStyle>
            <a:lvl1pPr algn="r">
              <a:defRPr>
                <a:solidFill>
                  <a:schemeClr val="tx2"/>
                </a:solidFill>
              </a:defRPr>
            </a:lvl1pPr>
          </a:lstStyle>
          <a:p>
            <a:pPr rtl="0"/>
            <a:endParaRPr lang="es-ES" noProof="0"/>
          </a:p>
        </p:txBody>
      </p:sp>
      <p:sp>
        <p:nvSpPr>
          <p:cNvPr id="7" name="Marcador de posición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pPr rtl="0"/>
            <a:fld id="{4FAB73BC-B049-4115-A692-8D63A059BFB8}" type="slidenum">
              <a:rPr lang="es-ES" noProof="0" smtClean="0"/>
              <a:pPr rtl="0"/>
              <a:t>‹Nº›</a:t>
            </a:fld>
            <a:endParaRPr lang="es-ES" noProof="0"/>
          </a:p>
        </p:txBody>
      </p:sp>
      <p:sp>
        <p:nvSpPr>
          <p:cNvPr id="11" name="Rectángulo 10"/>
          <p:cNvSpPr/>
          <p:nvPr/>
        </p:nvSpPr>
        <p:spPr>
          <a:xfrm>
            <a:off x="9157546" y="374904"/>
            <a:ext cx="2651760" cy="6108192"/>
          </a:xfrm>
          <a:prstGeom prst="rect">
            <a:avLst/>
          </a:prstGeom>
          <a:noFill/>
          <a:ln w="6350" cap="sq">
            <a:solidFill>
              <a:schemeClr val="tx1">
                <a:lumMod val="65000"/>
                <a:lumOff val="35000"/>
              </a:schemeClr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n con ley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ángulo 13"/>
          <p:cNvSpPr/>
          <p:nvPr/>
        </p:nvSpPr>
        <p:spPr>
          <a:xfrm>
            <a:off x="9020386" y="237744"/>
            <a:ext cx="2926080" cy="6382512"/>
          </a:xfrm>
          <a:prstGeom prst="rect">
            <a:avLst/>
          </a:prstGeom>
          <a:solidFill>
            <a:schemeClr val="tx1"/>
          </a:solidFill>
          <a:ln w="6350" cap="sq">
            <a:solidFill>
              <a:schemeClr val="tx1">
                <a:lumMod val="75000"/>
              </a:schemeClr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ángulo 8"/>
          <p:cNvSpPr/>
          <p:nvPr/>
        </p:nvSpPr>
        <p:spPr>
          <a:xfrm>
            <a:off x="9157546" y="374904"/>
            <a:ext cx="2651760" cy="6108192"/>
          </a:xfrm>
          <a:prstGeom prst="rect">
            <a:avLst/>
          </a:prstGeom>
          <a:solidFill>
            <a:schemeClr val="bg2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9296400" y="603504"/>
            <a:ext cx="2432304" cy="1645920"/>
          </a:xfrm>
        </p:spPr>
        <p:txBody>
          <a:bodyPr rtlCol="0" anchor="b">
            <a:noAutofit/>
          </a:bodyPr>
          <a:lstStyle>
            <a:lvl1pPr algn="l">
              <a:defRPr sz="2800" b="0">
                <a:solidFill>
                  <a:schemeClr val="tx1"/>
                </a:solidFill>
                <a:latin typeface="+mj-lt"/>
              </a:defRPr>
            </a:lvl1pPr>
          </a:lstStyle>
          <a:p>
            <a:pPr rtl="0"/>
            <a:r>
              <a:rPr lang="es-ES" noProof="0" smtClean="0"/>
              <a:t>Haga clic para modificar el estilo de título del patrón</a:t>
            </a:r>
            <a:endParaRPr lang="es-ES" noProof="0"/>
          </a:p>
        </p:txBody>
      </p:sp>
      <p:sp>
        <p:nvSpPr>
          <p:cNvPr id="3" name="Marcador de posición de imagen 2"/>
          <p:cNvSpPr>
            <a:spLocks noGrp="1" noChangeAspect="1"/>
          </p:cNvSpPr>
          <p:nvPr>
            <p:ph type="pic" idx="1"/>
          </p:nvPr>
        </p:nvSpPr>
        <p:spPr>
          <a:xfrm>
            <a:off x="228599" y="237744"/>
            <a:ext cx="8601076" cy="6382512"/>
          </a:xfrm>
          <a:solidFill>
            <a:srgbClr val="808080"/>
          </a:solidFill>
          <a:ln>
            <a:noFill/>
          </a:ln>
        </p:spPr>
        <p:txBody>
          <a:bodyPr rtlCol="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es-ES" noProof="0" smtClean="0"/>
              <a:t>Haga clic en el icono para agregar una imagen</a:t>
            </a:r>
            <a:endParaRPr lang="es-ES" noProof="0"/>
          </a:p>
        </p:txBody>
      </p:sp>
      <p:sp>
        <p:nvSpPr>
          <p:cNvPr id="4" name="Marcador de posición de texto 3"/>
          <p:cNvSpPr>
            <a:spLocks noGrp="1"/>
          </p:cNvSpPr>
          <p:nvPr>
            <p:ph type="body" sz="half" idx="2" hasCustomPrompt="1"/>
          </p:nvPr>
        </p:nvSpPr>
        <p:spPr>
          <a:xfrm>
            <a:off x="9296400" y="2286000"/>
            <a:ext cx="2432304" cy="3502152"/>
          </a:xfrm>
        </p:spPr>
        <p:txBody>
          <a:bodyPr rtlCol="0">
            <a:normAutofit/>
          </a:bodyPr>
          <a:lstStyle>
            <a:lvl1pPr marL="0" indent="0" algn="l">
              <a:lnSpc>
                <a:spcPct val="110000"/>
              </a:lnSpc>
              <a:spcBef>
                <a:spcPts val="800"/>
              </a:spcBef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es-ES" noProof="0"/>
              <a:t>Editar estilos de texto del patrón</a:t>
            </a:r>
          </a:p>
        </p:txBody>
      </p:sp>
      <p:sp>
        <p:nvSpPr>
          <p:cNvPr id="5" name="Marcador de posición de fech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rgbClr val="FFFFFF"/>
                </a:solidFill>
                <a:effectLst>
                  <a:outerShdw blurRad="19050" dist="635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pPr rtl="0"/>
            <a:fld id="{5AA60543-E69F-4E28-B8F5-FF924A50D477}" type="datetime1">
              <a:rPr lang="es-ES" noProof="0" smtClean="0"/>
              <a:t>13/01/2026</a:t>
            </a:fld>
            <a:endParaRPr lang="es-ES" noProof="0"/>
          </a:p>
        </p:txBody>
      </p:sp>
      <p:sp>
        <p:nvSpPr>
          <p:cNvPr id="6" name="Marcador de posición de pie de página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marL="0" algn="r" defTabSz="914400" rtl="0" eaLnBrk="1" latinLnBrk="0" hangingPunct="1">
              <a:defRPr lang="en-US" sz="1000" kern="1200" dirty="0">
                <a:solidFill>
                  <a:srgbClr val="FFFFFF"/>
                </a:solidFill>
                <a:effectLst>
                  <a:outerShdw blurRad="19050" dist="6350" dir="2700000" algn="tl" rotWithShape="0">
                    <a:prstClr val="black">
                      <a:alpha val="40000"/>
                    </a:prstClr>
                  </a:outerShdw>
                </a:effectLst>
                <a:latin typeface="+mn-lt"/>
                <a:ea typeface="+mn-ea"/>
                <a:cs typeface="+mn-cs"/>
              </a:defRPr>
            </a:lvl1pPr>
          </a:lstStyle>
          <a:p>
            <a:pPr rtl="0"/>
            <a:endParaRPr lang="es-ES" noProof="0"/>
          </a:p>
        </p:txBody>
      </p:sp>
      <p:sp>
        <p:nvSpPr>
          <p:cNvPr id="7" name="Marcador de posición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4FAB73BC-B049-4115-A692-8D63A059BFB8}" type="slidenum">
              <a:rPr lang="es-ES" noProof="0" smtClean="0"/>
              <a:pPr rtl="0"/>
              <a:t>‹Nº›</a:t>
            </a:fld>
            <a:endParaRPr lang="es-ES" noProof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s-ES" noProof="0" smtClean="0"/>
              <a:t>Haga clic para modificar el estilo de título del patrón</a:t>
            </a:r>
            <a:endParaRPr lang="es-ES" noProof="0"/>
          </a:p>
        </p:txBody>
      </p:sp>
      <p:sp>
        <p:nvSpPr>
          <p:cNvPr id="3" name="Marcador de posición de texto vertical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 rtlCol="0"/>
          <a:lstStyle/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4" name="Marcador de posición de fech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DE404415-8C3B-4357-9F1F-F89AF8F0CE05}" type="datetime1">
              <a:rPr lang="es-ES" noProof="0" smtClean="0"/>
              <a:t>13/01/2026</a:t>
            </a:fld>
            <a:endParaRPr lang="es-ES" noProof="0"/>
          </a:p>
        </p:txBody>
      </p:sp>
      <p:sp>
        <p:nvSpPr>
          <p:cNvPr id="5" name="Marcador de posición de pie de página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endParaRPr lang="es-ES" noProof="0"/>
          </a:p>
        </p:txBody>
      </p:sp>
      <p:sp>
        <p:nvSpPr>
          <p:cNvPr id="6" name="Marcador de posición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4FAB73BC-B049-4115-A692-8D63A059BFB8}" type="slidenum">
              <a:rPr lang="es-ES" noProof="0" smtClean="0"/>
              <a:pPr rtl="0"/>
              <a:t>‹Nº›</a:t>
            </a:fld>
            <a:endParaRPr lang="es-ES" noProof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991600" y="762000"/>
            <a:ext cx="2362200" cy="5257800"/>
          </a:xfrm>
        </p:spPr>
        <p:txBody>
          <a:bodyPr vert="eaVert" rtlCol="0"/>
          <a:lstStyle/>
          <a:p>
            <a:pPr rtl="0"/>
            <a:r>
              <a:rPr lang="es-ES" noProof="0" smtClean="0"/>
              <a:t>Haga clic para modificar el estilo de título del patrón</a:t>
            </a:r>
            <a:endParaRPr lang="es-ES" noProof="0"/>
          </a:p>
        </p:txBody>
      </p:sp>
      <p:sp>
        <p:nvSpPr>
          <p:cNvPr id="3" name="Marcador de posición de texto vertical 2"/>
          <p:cNvSpPr>
            <a:spLocks noGrp="1"/>
          </p:cNvSpPr>
          <p:nvPr>
            <p:ph type="body" orient="vert" idx="1" hasCustomPrompt="1"/>
          </p:nvPr>
        </p:nvSpPr>
        <p:spPr>
          <a:xfrm>
            <a:off x="838200" y="762000"/>
            <a:ext cx="8077200" cy="5257800"/>
          </a:xfrm>
        </p:spPr>
        <p:txBody>
          <a:bodyPr vert="eaVert" rtlCol="0"/>
          <a:lstStyle/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4" name="Marcador de posición de fech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986A27CE-E4FF-4E4C-90C6-74D29C6C5B05}" type="datetime1">
              <a:rPr lang="es-ES" noProof="0" smtClean="0"/>
              <a:t>13/01/2026</a:t>
            </a:fld>
            <a:endParaRPr lang="es-ES" noProof="0"/>
          </a:p>
        </p:txBody>
      </p:sp>
      <p:sp>
        <p:nvSpPr>
          <p:cNvPr id="5" name="Marcador de posición de pie de página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endParaRPr lang="es-ES" noProof="0"/>
          </a:p>
        </p:txBody>
      </p:sp>
      <p:sp>
        <p:nvSpPr>
          <p:cNvPr id="6" name="Marcador de posición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4FAB73BC-B049-4115-A692-8D63A059BFB8}" type="slidenum">
              <a:rPr lang="es-ES" noProof="0" smtClean="0"/>
              <a:pPr rtl="0"/>
              <a:t>‹Nº›</a:t>
            </a:fld>
            <a:endParaRPr lang="es-ES" noProof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ángulo 6"/>
          <p:cNvSpPr/>
          <p:nvPr/>
        </p:nvSpPr>
        <p:spPr>
          <a:xfrm>
            <a:off x="234696" y="237744"/>
            <a:ext cx="11722608" cy="6382512"/>
          </a:xfrm>
          <a:prstGeom prst="rect">
            <a:avLst/>
          </a:prstGeom>
          <a:solidFill>
            <a:schemeClr val="tx1"/>
          </a:solidFill>
          <a:ln w="6350" cap="flat" cmpd="sng" algn="ctr">
            <a:solidFill>
              <a:schemeClr val="tx1">
                <a:lumMod val="75000"/>
              </a:schemeClr>
            </a:solidFill>
            <a:prstDash val="solid"/>
          </a:ln>
          <a:effectLst>
            <a:softEdge rad="0"/>
          </a:effectLst>
        </p:spPr>
      </p:sp>
      <p:sp>
        <p:nvSpPr>
          <p:cNvPr id="8" name="Rectángulo 7"/>
          <p:cNvSpPr/>
          <p:nvPr/>
        </p:nvSpPr>
        <p:spPr>
          <a:xfrm>
            <a:off x="371856" y="374904"/>
            <a:ext cx="11448288" cy="6108192"/>
          </a:xfrm>
          <a:prstGeom prst="rect">
            <a:avLst/>
          </a:prstGeom>
          <a:solidFill>
            <a:schemeClr val="bg2"/>
          </a:solidFill>
          <a:ln w="6350" cap="sq" cmpd="sng" algn="ctr">
            <a:noFill/>
            <a:prstDash val="solid"/>
            <a:miter lim="800000"/>
          </a:ln>
          <a:effectLst/>
        </p:spPr>
      </p:sp>
      <p:sp>
        <p:nvSpPr>
          <p:cNvPr id="2" name="Marcador de posición de título 1"/>
          <p:cNvSpPr>
            <a:spLocks noGrp="1"/>
          </p:cNvSpPr>
          <p:nvPr>
            <p:ph type="title"/>
          </p:nvPr>
        </p:nvSpPr>
        <p:spPr>
          <a:xfrm>
            <a:off x="1066800" y="642594"/>
            <a:ext cx="10058400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posición de texto 2"/>
          <p:cNvSpPr>
            <a:spLocks noGrp="1"/>
          </p:cNvSpPr>
          <p:nvPr>
            <p:ph type="body" idx="1"/>
          </p:nvPr>
        </p:nvSpPr>
        <p:spPr>
          <a:xfrm>
            <a:off x="1066800" y="2103120"/>
            <a:ext cx="10058400" cy="39319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4" name="Marcador de posición de fecha 3"/>
          <p:cNvSpPr>
            <a:spLocks noGrp="1"/>
          </p:cNvSpPr>
          <p:nvPr>
            <p:ph type="dt" sz="half" idx="2"/>
          </p:nvPr>
        </p:nvSpPr>
        <p:spPr>
          <a:xfrm>
            <a:off x="389464" y="6214535"/>
            <a:ext cx="2743200" cy="25603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>
                <a:solidFill>
                  <a:schemeClr val="bg2"/>
                </a:solidFill>
              </a:defRPr>
            </a:lvl1pPr>
          </a:lstStyle>
          <a:p>
            <a:pPr rtl="0"/>
            <a:fld id="{CEABC672-13F0-4EAD-8EF0-47AAAAD40C0C}" type="datetime1">
              <a:rPr lang="es-ES" noProof="0" smtClean="0"/>
              <a:t>13/01/2026</a:t>
            </a:fld>
            <a:endParaRPr lang="es-ES" noProof="0"/>
          </a:p>
        </p:txBody>
      </p:sp>
      <p:sp>
        <p:nvSpPr>
          <p:cNvPr id="5" name="Marcador de posición de pie de página 4"/>
          <p:cNvSpPr>
            <a:spLocks noGrp="1"/>
          </p:cNvSpPr>
          <p:nvPr>
            <p:ph type="ftr" sz="quarter" idx="3"/>
          </p:nvPr>
        </p:nvSpPr>
        <p:spPr>
          <a:xfrm>
            <a:off x="3489960" y="6214535"/>
            <a:ext cx="5212080" cy="25603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1000">
                <a:solidFill>
                  <a:schemeClr val="bg2"/>
                </a:solidFill>
              </a:defRPr>
            </a:lvl1pPr>
          </a:lstStyle>
          <a:p>
            <a:pPr rtl="0"/>
            <a:endParaRPr lang="es-ES" noProof="0"/>
          </a:p>
        </p:txBody>
      </p:sp>
      <p:sp>
        <p:nvSpPr>
          <p:cNvPr id="6" name="Marcador de posición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10348535" y="6214535"/>
            <a:ext cx="1463040" cy="25603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solidFill>
                  <a:schemeClr val="bg2"/>
                </a:solidFill>
              </a:defRPr>
            </a:lvl1pPr>
          </a:lstStyle>
          <a:p>
            <a:pPr rtl="0"/>
            <a:fld id="{4FAB73BC-B049-4115-A692-8D63A059BFB8}" type="slidenum">
              <a:rPr lang="es-ES" noProof="0" smtClean="0"/>
              <a:pPr rtl="0"/>
              <a:t>‹Nº›</a:t>
            </a:fld>
            <a:endParaRPr lang="es-ES" noProof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769" r:id="rId1"/>
    <p:sldLayoutId id="2147483770" r:id="rId2"/>
    <p:sldLayoutId id="2147483771" r:id="rId3"/>
    <p:sldLayoutId id="2147483772" r:id="rId4"/>
    <p:sldLayoutId id="2147483773" r:id="rId5"/>
    <p:sldLayoutId id="2147483774" r:id="rId6"/>
    <p:sldLayoutId id="2147483775" r:id="rId7"/>
    <p:sldLayoutId id="2147483776" r:id="rId8"/>
    <p:sldLayoutId id="2147483777" r:id="rId9"/>
    <p:sldLayoutId id="2147483778" r:id="rId10"/>
    <p:sldLayoutId id="2147483779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4800" kern="1200" cap="none" spc="0" baseline="0" dirty="0">
          <a:solidFill>
            <a:schemeClr val="tx1"/>
          </a:solidFill>
          <a:effectLst/>
          <a:latin typeface="+mj-lt"/>
          <a:ea typeface="+mn-ea"/>
          <a:cs typeface="+mn-cs"/>
        </a:defRPr>
      </a:lvl1pPr>
    </p:titleStyle>
    <p:bodyStyle>
      <a:lvl1pPr marL="182880" indent="-182880" algn="l" defTabSz="914400" rtl="0" eaLnBrk="1" latinLnBrk="0" hangingPunct="1">
        <a:lnSpc>
          <a:spcPct val="100000"/>
        </a:lnSpc>
        <a:spcBef>
          <a:spcPts val="900"/>
        </a:spcBef>
        <a:spcAft>
          <a:spcPts val="0"/>
        </a:spcAft>
        <a:buClr>
          <a:schemeClr val="tx2">
            <a:lumMod val="60000"/>
            <a:lumOff val="40000"/>
          </a:schemeClr>
        </a:buClr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2">
            <a:lumMod val="60000"/>
            <a:lumOff val="40000"/>
          </a:schemeClr>
        </a:buClr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2">
            <a:lumMod val="60000"/>
            <a:lumOff val="40000"/>
          </a:schemeClr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2">
            <a:lumMod val="60000"/>
            <a:lumOff val="40000"/>
          </a:schemeClr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2">
            <a:lumMod val="60000"/>
            <a:lumOff val="40000"/>
          </a:schemeClr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2">
            <a:lumMod val="60000"/>
            <a:lumOff val="40000"/>
          </a:schemeClr>
        </a:buClr>
        <a:buFont typeface="Arial" pitchFamily="34" charset="0"/>
        <a:buChar char="•"/>
        <a:defRPr sz="1400" kern="1200">
          <a:solidFill>
            <a:schemeClr val="bg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2">
            <a:lumMod val="60000"/>
            <a:lumOff val="40000"/>
          </a:schemeClr>
        </a:buClr>
        <a:buFont typeface="Arial" pitchFamily="34" charset="0"/>
        <a:buChar char="•"/>
        <a:defRPr sz="1400" kern="1200">
          <a:solidFill>
            <a:schemeClr val="bg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2">
            <a:lumMod val="60000"/>
            <a:lumOff val="40000"/>
          </a:schemeClr>
        </a:buClr>
        <a:buFont typeface="Arial" pitchFamily="34" charset="0"/>
        <a:buChar char="•"/>
        <a:defRPr sz="1400" kern="1200">
          <a:solidFill>
            <a:schemeClr val="bg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2">
            <a:lumMod val="60000"/>
            <a:lumOff val="40000"/>
          </a:schemeClr>
        </a:buClr>
        <a:buFont typeface="Arial" pitchFamily="34" charset="0"/>
        <a:buChar char="•"/>
        <a:defRPr sz="1400" kern="1200">
          <a:solidFill>
            <a:schemeClr val="bg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bmp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public.flourish.studio/visualisation/27176441/" TargetMode="Externa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bmp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hyperlink" Target="https://public.flourish.studio/visualisation/27180853/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bmp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hyperlink" Target="https://public.flourish.studio/visualisation/27181692/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bmp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hyperlink" Target="https://public.flourish.studio/visualisation/27182444/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public.flourish.studio/visualisation/27182411/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public.flourish.studio/visualisation/27182346/" TargetMode="Externa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public.flourish.studio/visualisation/27182404/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hyperlink" Target="https://public.flourish.studio/visualisation/27182381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bmp"/><Relationship Id="rId7" Type="http://schemas.openxmlformats.org/officeDocument/2006/relationships/hyperlink" Target="https://github.com/fbosch-fundaciobit/Pra2-Visualitzaci-de-Dades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archive.ics.uci.edu/dataset/1186/paddy+dataset" TargetMode="External"/><Relationship Id="rId5" Type="http://schemas.openxmlformats.org/officeDocument/2006/relationships/hyperlink" Target="mailto:fbosch@uoc.edu" TargetMode="External"/><Relationship Id="rId4" Type="http://schemas.openxmlformats.org/officeDocument/2006/relationships/image" Target="../media/image1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ángulo 23">
            <a:extLst>
              <a:ext uri="{FF2B5EF4-FFF2-40B4-BE49-F238E27FC236}">
                <a16:creationId xmlns:a16="http://schemas.microsoft.com/office/drawing/2014/main" id="{93BFCDB3-13C4-4D69-848D-3F1F4D6B8F47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2">
            <a:schemeClr val="lt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/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CC2B9599-6E7A-4DD2-B13A-B4F68A1351A6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867" y="0"/>
            <a:ext cx="8168743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/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3E377648-1ED1-4112-805B-16C14CE995F7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337" y="643464"/>
            <a:ext cx="6909241" cy="5571072"/>
          </a:xfrm>
          <a:prstGeom prst="rect">
            <a:avLst/>
          </a:prstGeom>
          <a:solidFill>
            <a:schemeClr val="tx1"/>
          </a:solidFill>
          <a:ln w="6350" cap="flat" cmpd="sng" algn="ctr">
            <a:solidFill>
              <a:schemeClr val="tx1"/>
            </a:solidFill>
            <a:prstDash val="solid"/>
          </a:ln>
          <a:effectLst>
            <a:outerShdw blurRad="63500" algn="ctr" rotWithShape="0">
              <a:prstClr val="black">
                <a:alpha val="40000"/>
              </a:prstClr>
            </a:outerShdw>
            <a:softEdge rad="0"/>
          </a:effectLst>
        </p:spPr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D63B59CB-289C-4850-A932-358B9E412BA0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2877" y="806752"/>
            <a:ext cx="6570161" cy="5244497"/>
          </a:xfrm>
          <a:prstGeom prst="rect">
            <a:avLst/>
          </a:prstGeom>
          <a:solidFill>
            <a:schemeClr val="tx1"/>
          </a:solidFill>
          <a:ln w="6350" cap="sq" cmpd="sng" algn="ctr">
            <a:solidFill>
              <a:schemeClr val="bg2"/>
            </a:solidFill>
            <a:prstDash val="solid"/>
            <a:miter lim="800000"/>
          </a:ln>
          <a:effectLst/>
        </p:spPr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98867647-07B7-4265-832F-DE0E80979AC4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37837" y="640856"/>
            <a:ext cx="1920240" cy="73152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50800" dist="127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34" name="Conector recto 33">
            <a:extLst>
              <a:ext uri="{FF2B5EF4-FFF2-40B4-BE49-F238E27FC236}">
                <a16:creationId xmlns:a16="http://schemas.microsoft.com/office/drawing/2014/main" id="{516AC468-2C3D-4337-A9A2-81175F6D54B7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252137" y="640855"/>
            <a:ext cx="0" cy="640080"/>
          </a:xfrm>
          <a:prstGeom prst="line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ector recto 35">
            <a:extLst>
              <a:ext uri="{FF2B5EF4-FFF2-40B4-BE49-F238E27FC236}">
                <a16:creationId xmlns:a16="http://schemas.microsoft.com/office/drawing/2014/main" id="{2A873262-74DB-4FD1-9625-E4616CF011DF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943777" y="640855"/>
            <a:ext cx="0" cy="640080"/>
          </a:xfrm>
          <a:prstGeom prst="line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ector recto 37">
            <a:extLst>
              <a:ext uri="{FF2B5EF4-FFF2-40B4-BE49-F238E27FC236}">
                <a16:creationId xmlns:a16="http://schemas.microsoft.com/office/drawing/2014/main" id="{09F3D15D-CB95-47AD-87F5-9CFF84F61593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252137" y="1286150"/>
            <a:ext cx="1691640" cy="0"/>
          </a:xfrm>
          <a:prstGeom prst="line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ítulo 1">
            <a:extLst>
              <a:ext uri="{FF2B5EF4-FFF2-40B4-BE49-F238E27FC236}">
                <a16:creationId xmlns:a16="http://schemas.microsoft.com/office/drawing/2014/main" id="{ED90EC3D-482A-4E73-B198-E8341A0D09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404167" y="1442916"/>
            <a:ext cx="3690851" cy="3252231"/>
          </a:xfrm>
        </p:spPr>
        <p:txBody>
          <a:bodyPr rtlCol="0">
            <a:normAutofit/>
          </a:bodyPr>
          <a:lstStyle/>
          <a:p>
            <a:r>
              <a:rPr lang="es-ES" sz="4800" dirty="0" err="1" smtClean="0">
                <a:solidFill>
                  <a:srgbClr val="FFFFFF"/>
                </a:solidFill>
              </a:rPr>
              <a:t>Pràctica</a:t>
            </a:r>
            <a:r>
              <a:rPr lang="es-ES" sz="4800" dirty="0" smtClean="0">
                <a:solidFill>
                  <a:srgbClr val="FFFFFF"/>
                </a:solidFill>
              </a:rPr>
              <a:t> 2</a:t>
            </a:r>
            <a:br>
              <a:rPr lang="es-ES" sz="4800" dirty="0" smtClean="0">
                <a:solidFill>
                  <a:srgbClr val="FFFFFF"/>
                </a:solidFill>
              </a:rPr>
            </a:br>
            <a:r>
              <a:rPr lang="es-ES" sz="2800" dirty="0" err="1" smtClean="0">
                <a:solidFill>
                  <a:srgbClr val="FFFFFF"/>
                </a:solidFill>
              </a:rPr>
              <a:t>Visualització</a:t>
            </a:r>
            <a:r>
              <a:rPr lang="es-ES" sz="2800" dirty="0" smtClean="0">
                <a:solidFill>
                  <a:srgbClr val="FFFFFF"/>
                </a:solidFill>
              </a:rPr>
              <a:t> de </a:t>
            </a:r>
            <a:r>
              <a:rPr lang="es-ES" sz="2800" dirty="0" err="1" smtClean="0">
                <a:solidFill>
                  <a:srgbClr val="FFFFFF"/>
                </a:solidFill>
              </a:rPr>
              <a:t>dades</a:t>
            </a:r>
            <a:endParaRPr lang="es-ES" sz="2800" dirty="0">
              <a:solidFill>
                <a:srgbClr val="FFFFFF"/>
              </a:solidFill>
            </a:endParaRPr>
          </a:p>
        </p:txBody>
      </p:sp>
      <p:sp>
        <p:nvSpPr>
          <p:cNvPr id="7" name="Subtítulo 6">
            <a:extLst>
              <a:ext uri="{FF2B5EF4-FFF2-40B4-BE49-F238E27FC236}">
                <a16:creationId xmlns:a16="http://schemas.microsoft.com/office/drawing/2014/main" id="{2048EE7C-B77F-4E59-88A7-DD66337BB6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661862" y="6051249"/>
            <a:ext cx="3433156" cy="402718"/>
          </a:xfrm>
        </p:spPr>
        <p:txBody>
          <a:bodyPr rtlCol="0">
            <a:normAutofit/>
          </a:bodyPr>
          <a:lstStyle/>
          <a:p>
            <a:pPr rtl="0"/>
            <a:r>
              <a:rPr lang="es-ES" sz="1400" dirty="0" smtClean="0">
                <a:solidFill>
                  <a:srgbClr val="FFFFFF"/>
                </a:solidFill>
              </a:rPr>
              <a:t>Francesc Llàtzer Bosch Martorell</a:t>
            </a:r>
            <a:endParaRPr lang="es-ES" sz="1400" dirty="0">
              <a:solidFill>
                <a:srgbClr val="FFFFFF"/>
              </a:solidFill>
            </a:endParaRPr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877" y="2525325"/>
            <a:ext cx="6570161" cy="3285081"/>
          </a:xfrm>
          <a:prstGeom prst="rect">
            <a:avLst/>
          </a:prstGeom>
        </p:spPr>
      </p:pic>
      <p:sp>
        <p:nvSpPr>
          <p:cNvPr id="14" name="Subtítulo 6">
            <a:extLst>
              <a:ext uri="{FF2B5EF4-FFF2-40B4-BE49-F238E27FC236}">
                <a16:creationId xmlns:a16="http://schemas.microsoft.com/office/drawing/2014/main" id="{2048EE7C-B77F-4E59-88A7-DD66337BB69C}"/>
              </a:ext>
            </a:extLst>
          </p:cNvPr>
          <p:cNvSpPr txBox="1">
            <a:spLocks/>
          </p:cNvSpPr>
          <p:nvPr/>
        </p:nvSpPr>
        <p:spPr>
          <a:xfrm>
            <a:off x="2013569" y="1501190"/>
            <a:ext cx="4181302" cy="85685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>
                  <a:lumMod val="60000"/>
                  <a:lumOff val="40000"/>
                </a:schemeClr>
              </a:buClr>
              <a:buFont typeface="Arial" pitchFamily="34" charset="0"/>
              <a:buNone/>
              <a:defRPr sz="1600" kern="1200" spc="8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>
                  <a:lumMod val="60000"/>
                  <a:lumOff val="40000"/>
                </a:schemeClr>
              </a:buClr>
              <a:buFont typeface="Arial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>
                  <a:lumMod val="60000"/>
                  <a:lumOff val="40000"/>
                </a:schemeClr>
              </a:buClr>
              <a:buFont typeface="Arial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>
                  <a:lumMod val="60000"/>
                  <a:lumOff val="40000"/>
                </a:schemeClr>
              </a:buClr>
              <a:buFont typeface="Arial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>
                  <a:lumMod val="60000"/>
                  <a:lumOff val="40000"/>
                </a:schemeClr>
              </a:buClr>
              <a:buFont typeface="Arial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>
                  <a:lumMod val="60000"/>
                  <a:lumOff val="40000"/>
                </a:schemeClr>
              </a:buClr>
              <a:buFont typeface="Arial" pitchFamily="34" charset="0"/>
              <a:buNone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>
                  <a:lumMod val="60000"/>
                  <a:lumOff val="40000"/>
                </a:schemeClr>
              </a:buClr>
              <a:buFont typeface="Arial" pitchFamily="34" charset="0"/>
              <a:buNone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>
                  <a:lumMod val="60000"/>
                  <a:lumOff val="40000"/>
                </a:schemeClr>
              </a:buClr>
              <a:buFont typeface="Arial" pitchFamily="34" charset="0"/>
              <a:buNone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>
                  <a:lumMod val="60000"/>
                  <a:lumOff val="40000"/>
                </a:schemeClr>
              </a:buClr>
              <a:buFont typeface="Arial" pitchFamily="34" charset="0"/>
              <a:buNone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ES" sz="2000" dirty="0" err="1" smtClean="0">
                <a:solidFill>
                  <a:schemeClr val="accent1"/>
                </a:solidFill>
                <a:latin typeface="+mj-lt"/>
              </a:rPr>
              <a:t>Estudi</a:t>
            </a:r>
            <a:r>
              <a:rPr lang="es-ES" sz="2000" dirty="0" smtClean="0">
                <a:solidFill>
                  <a:schemeClr val="accent1"/>
                </a:solidFill>
                <a:latin typeface="+mj-lt"/>
              </a:rPr>
              <a:t> </a:t>
            </a:r>
            <a:r>
              <a:rPr lang="es-ES" sz="2000" dirty="0" err="1" smtClean="0">
                <a:solidFill>
                  <a:schemeClr val="accent1"/>
                </a:solidFill>
                <a:latin typeface="+mj-lt"/>
              </a:rPr>
              <a:t>dels</a:t>
            </a:r>
            <a:r>
              <a:rPr lang="es-ES" sz="2000" dirty="0" smtClean="0">
                <a:solidFill>
                  <a:schemeClr val="accent1"/>
                </a:solidFill>
                <a:latin typeface="+mj-lt"/>
              </a:rPr>
              <a:t> </a:t>
            </a:r>
            <a:r>
              <a:rPr lang="es-ES" sz="2000" dirty="0" err="1" smtClean="0">
                <a:solidFill>
                  <a:schemeClr val="accent1"/>
                </a:solidFill>
                <a:latin typeface="+mj-lt"/>
              </a:rPr>
              <a:t>factors</a:t>
            </a:r>
            <a:r>
              <a:rPr lang="es-ES" sz="2000" dirty="0" smtClean="0">
                <a:solidFill>
                  <a:schemeClr val="accent1"/>
                </a:solidFill>
                <a:latin typeface="+mj-lt"/>
              </a:rPr>
              <a:t> </a:t>
            </a:r>
            <a:r>
              <a:rPr lang="es-ES" sz="2000" dirty="0" err="1" smtClean="0">
                <a:solidFill>
                  <a:schemeClr val="accent1"/>
                </a:solidFill>
                <a:latin typeface="+mj-lt"/>
              </a:rPr>
              <a:t>ambientals</a:t>
            </a:r>
            <a:r>
              <a:rPr lang="es-ES" sz="2000" dirty="0" smtClean="0">
                <a:solidFill>
                  <a:schemeClr val="accent1"/>
                </a:solidFill>
                <a:latin typeface="+mj-lt"/>
              </a:rPr>
              <a:t> a la </a:t>
            </a:r>
            <a:r>
              <a:rPr lang="es-ES" sz="2000" dirty="0" err="1" smtClean="0">
                <a:solidFill>
                  <a:schemeClr val="accent1"/>
                </a:solidFill>
                <a:latin typeface="+mj-lt"/>
              </a:rPr>
              <a:t>sembra</a:t>
            </a:r>
            <a:r>
              <a:rPr lang="es-ES" sz="2000" dirty="0" smtClean="0">
                <a:solidFill>
                  <a:schemeClr val="accent1"/>
                </a:solidFill>
                <a:latin typeface="+mj-lt"/>
              </a:rPr>
              <a:t> de </a:t>
            </a:r>
            <a:r>
              <a:rPr lang="es-ES" sz="2000" dirty="0" err="1" smtClean="0">
                <a:solidFill>
                  <a:schemeClr val="accent1"/>
                </a:solidFill>
                <a:latin typeface="+mj-lt"/>
              </a:rPr>
              <a:t>l’arròs</a:t>
            </a:r>
            <a:r>
              <a:rPr lang="es-ES" sz="2000" dirty="0" smtClean="0">
                <a:solidFill>
                  <a:schemeClr val="accent1"/>
                </a:solidFill>
                <a:latin typeface="+mj-lt"/>
              </a:rPr>
              <a:t> </a:t>
            </a:r>
            <a:endParaRPr lang="es-ES" sz="2000" dirty="0">
              <a:solidFill>
                <a:schemeClr val="accent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7557697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ángulo 10">
            <a:extLst>
              <a:ext uri="{FF2B5EF4-FFF2-40B4-BE49-F238E27FC236}">
                <a16:creationId xmlns:a16="http://schemas.microsoft.com/office/drawing/2014/main" id="{AB763E74-B111-4F0A-990A-DC546EDB60B3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2">
            <a:schemeClr val="lt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dirty="0"/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59261977-BEC4-4705-BB60-C4C0C74711F6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867" y="0"/>
            <a:ext cx="8168743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dirty="0"/>
          </a:p>
        </p:txBody>
      </p:sp>
      <p:sp useBgFill="1">
        <p:nvSpPr>
          <p:cNvPr id="15" name="Rectángulo 14">
            <a:extLst>
              <a:ext uri="{FF2B5EF4-FFF2-40B4-BE49-F238E27FC236}">
                <a16:creationId xmlns:a16="http://schemas.microsoft.com/office/drawing/2014/main" id="{E61F1EFE-E608-4FCB-8DBB-12FA3AC1E2C9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43" y="643464"/>
            <a:ext cx="6909336" cy="5571072"/>
          </a:xfrm>
          <a:prstGeom prst="rect">
            <a:avLst/>
          </a:prstGeom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</p:sp>
      <p:sp useBgFill="1">
        <p:nvSpPr>
          <p:cNvPr id="17" name="Rectángulo 16">
            <a:extLst>
              <a:ext uri="{FF2B5EF4-FFF2-40B4-BE49-F238E27FC236}">
                <a16:creationId xmlns:a16="http://schemas.microsoft.com/office/drawing/2014/main" id="{4C7DD595-7EA3-45FF-B181-2B606353F7D0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6071" y="809244"/>
            <a:ext cx="6583680" cy="5239512"/>
          </a:xfrm>
          <a:prstGeom prst="rect">
            <a:avLst/>
          </a:prstGeom>
          <a:ln w="6350" cap="sq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848B10FE-6408-43F6-9A62-B98F2DB0FFB8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66971" y="-1"/>
            <a:ext cx="4025029" cy="6858000"/>
          </a:xfrm>
          <a:prstGeom prst="rect">
            <a:avLst/>
          </a:prstGeom>
          <a:blipFill dpi="0" rotWithShape="1">
            <a:blip r:embed="rId3">
              <a:alphaModFix amt="10000"/>
              <a:duotone>
                <a:schemeClr val="accent3">
                  <a:shade val="45000"/>
                  <a:satMod val="135000"/>
                </a:schemeClr>
                <a:prstClr val="white"/>
              </a:duotone>
            </a:blip>
            <a:srcRect/>
            <a:tile tx="-31750" ty="-120650" sx="100000" sy="100000" flip="xy" algn="tl"/>
          </a:blipFill>
          <a:ln w="19050" cmpd="sng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F3F6C66-D6D7-4A72-9928-967AEA4007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3541" y="646849"/>
            <a:ext cx="3468080" cy="5571071"/>
          </a:xfrm>
        </p:spPr>
        <p:txBody>
          <a:bodyPr rtlCol="0">
            <a:normAutofit/>
          </a:bodyPr>
          <a:lstStyle/>
          <a:p>
            <a:pPr algn="ctr" rtl="0"/>
            <a:r>
              <a:rPr lang="es-ES" sz="4400" dirty="0" smtClean="0">
                <a:solidFill>
                  <a:srgbClr val="FFFFFF"/>
                </a:solidFill>
              </a:rPr>
              <a:t>ÚS DE FERTILITZANT</a:t>
            </a:r>
            <a:endParaRPr lang="es-ES" sz="4400" dirty="0">
              <a:solidFill>
                <a:srgbClr val="FFFFFF"/>
              </a:solidFill>
            </a:endParaRPr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2736" y="845201"/>
            <a:ext cx="5770350" cy="3683525"/>
          </a:xfrm>
          <a:prstGeom prst="rect">
            <a:avLst/>
          </a:prstGeom>
        </p:spPr>
      </p:pic>
      <p:sp>
        <p:nvSpPr>
          <p:cNvPr id="9" name="Título 1">
            <a:extLst>
              <a:ext uri="{FF2B5EF4-FFF2-40B4-BE49-F238E27FC236}">
                <a16:creationId xmlns:a16="http://schemas.microsoft.com/office/drawing/2014/main" id="{5F3F6C66-D6D7-4A72-9928-967AEA400766}"/>
              </a:ext>
            </a:extLst>
          </p:cNvPr>
          <p:cNvSpPr txBox="1">
            <a:spLocks/>
          </p:cNvSpPr>
          <p:nvPr/>
        </p:nvSpPr>
        <p:spPr>
          <a:xfrm>
            <a:off x="1280161" y="4762473"/>
            <a:ext cx="5702925" cy="3508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800" kern="1200" cap="none" spc="0" baseline="0" dirty="0">
                <a:solidFill>
                  <a:schemeClr val="tx1"/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es-ES" sz="1200" dirty="0">
                <a:solidFill>
                  <a:schemeClr val="accent1"/>
                </a:solidFill>
              </a:rPr>
              <a:t>Disponible a: </a:t>
            </a:r>
            <a:r>
              <a:rPr lang="es-ES" sz="1200" dirty="0">
                <a:solidFill>
                  <a:schemeClr val="accent1"/>
                </a:solidFill>
                <a:hlinkClick r:id="rId5"/>
              </a:rPr>
              <a:t>https://public.flourish.studio/visualisation/27176441</a:t>
            </a:r>
            <a:r>
              <a:rPr lang="es-ES" sz="1200" dirty="0" smtClean="0">
                <a:solidFill>
                  <a:schemeClr val="accent1"/>
                </a:solidFill>
                <a:hlinkClick r:id="rId5"/>
              </a:rPr>
              <a:t>/</a:t>
            </a:r>
            <a:endParaRPr lang="es-ES" sz="12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1277295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ángulo 10">
            <a:extLst>
              <a:ext uri="{FF2B5EF4-FFF2-40B4-BE49-F238E27FC236}">
                <a16:creationId xmlns:a16="http://schemas.microsoft.com/office/drawing/2014/main" id="{AB763E74-B111-4F0A-990A-DC546EDB60B3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2">
            <a:schemeClr val="lt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dirty="0"/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59261977-BEC4-4705-BB60-C4C0C74711F6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867" y="0"/>
            <a:ext cx="8168743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dirty="0"/>
          </a:p>
        </p:txBody>
      </p:sp>
      <p:sp useBgFill="1">
        <p:nvSpPr>
          <p:cNvPr id="15" name="Rectángulo 14">
            <a:extLst>
              <a:ext uri="{FF2B5EF4-FFF2-40B4-BE49-F238E27FC236}">
                <a16:creationId xmlns:a16="http://schemas.microsoft.com/office/drawing/2014/main" id="{E61F1EFE-E608-4FCB-8DBB-12FA3AC1E2C9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43" y="643464"/>
            <a:ext cx="6909336" cy="5571072"/>
          </a:xfrm>
          <a:prstGeom prst="rect">
            <a:avLst/>
          </a:prstGeom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</p:sp>
      <p:sp useBgFill="1">
        <p:nvSpPr>
          <p:cNvPr id="17" name="Rectángulo 16">
            <a:extLst>
              <a:ext uri="{FF2B5EF4-FFF2-40B4-BE49-F238E27FC236}">
                <a16:creationId xmlns:a16="http://schemas.microsoft.com/office/drawing/2014/main" id="{4C7DD595-7EA3-45FF-B181-2B606353F7D0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6071" y="809244"/>
            <a:ext cx="6583680" cy="5239512"/>
          </a:xfrm>
          <a:prstGeom prst="rect">
            <a:avLst/>
          </a:prstGeom>
          <a:ln w="6350" cap="sq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848B10FE-6408-43F6-9A62-B98F2DB0FFB8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66971" y="-1"/>
            <a:ext cx="4025029" cy="6858000"/>
          </a:xfrm>
          <a:prstGeom prst="rect">
            <a:avLst/>
          </a:prstGeom>
          <a:blipFill dpi="0" rotWithShape="1">
            <a:blip r:embed="rId3">
              <a:alphaModFix amt="10000"/>
              <a:duotone>
                <a:schemeClr val="accent3">
                  <a:shade val="45000"/>
                  <a:satMod val="135000"/>
                </a:schemeClr>
                <a:prstClr val="white"/>
              </a:duotone>
            </a:blip>
            <a:srcRect/>
            <a:tile tx="-31750" ty="-120650" sx="100000" sy="100000" flip="xy" algn="tl"/>
          </a:blipFill>
          <a:ln w="19050" cmpd="sng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F3F6C66-D6D7-4A72-9928-967AEA4007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3541" y="646849"/>
            <a:ext cx="3468080" cy="5571071"/>
          </a:xfrm>
        </p:spPr>
        <p:txBody>
          <a:bodyPr rtlCol="0">
            <a:normAutofit/>
          </a:bodyPr>
          <a:lstStyle/>
          <a:p>
            <a:pPr algn="ctr" rtl="0"/>
            <a:r>
              <a:rPr lang="es-ES" sz="4400" dirty="0" smtClean="0">
                <a:solidFill>
                  <a:srgbClr val="FFFFFF"/>
                </a:solidFill>
              </a:rPr>
              <a:t>VELOCITAT DEL VENT</a:t>
            </a:r>
            <a:endParaRPr lang="es-ES" sz="4400" dirty="0">
              <a:solidFill>
                <a:srgbClr val="FFFFFF"/>
              </a:solidFill>
            </a:endParaRPr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5F3F6C66-D6D7-4A72-9928-967AEA400766}"/>
              </a:ext>
            </a:extLst>
          </p:cNvPr>
          <p:cNvSpPr txBox="1">
            <a:spLocks/>
          </p:cNvSpPr>
          <p:nvPr/>
        </p:nvSpPr>
        <p:spPr>
          <a:xfrm>
            <a:off x="1280161" y="4762473"/>
            <a:ext cx="5702925" cy="3508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800" kern="1200" cap="none" spc="0" baseline="0" dirty="0">
                <a:solidFill>
                  <a:schemeClr val="tx1"/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es-ES" sz="1200" dirty="0">
                <a:solidFill>
                  <a:schemeClr val="accent1"/>
                </a:solidFill>
              </a:rPr>
              <a:t>Disponible a: </a:t>
            </a:r>
            <a:r>
              <a:rPr lang="es-ES" sz="1200" dirty="0">
                <a:solidFill>
                  <a:schemeClr val="accent1"/>
                </a:solidFill>
                <a:hlinkClick r:id="rId4"/>
              </a:rPr>
              <a:t>https://public.flourish.studio/visualisation/27180853</a:t>
            </a:r>
            <a:r>
              <a:rPr lang="es-ES" sz="1200" dirty="0" smtClean="0">
                <a:solidFill>
                  <a:schemeClr val="accent1"/>
                </a:solidFill>
                <a:hlinkClick r:id="rId4"/>
              </a:rPr>
              <a:t>/</a:t>
            </a:r>
            <a:endParaRPr lang="es-ES" sz="1200" dirty="0">
              <a:solidFill>
                <a:schemeClr val="accent1"/>
              </a:solidFill>
            </a:endParaRP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247" y="911248"/>
            <a:ext cx="6158751" cy="3735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824595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ángulo 10">
            <a:extLst>
              <a:ext uri="{FF2B5EF4-FFF2-40B4-BE49-F238E27FC236}">
                <a16:creationId xmlns:a16="http://schemas.microsoft.com/office/drawing/2014/main" id="{AB763E74-B111-4F0A-990A-DC546EDB60B3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2">
            <a:schemeClr val="lt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dirty="0"/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59261977-BEC4-4705-BB60-C4C0C74711F6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867" y="0"/>
            <a:ext cx="8168743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dirty="0"/>
          </a:p>
        </p:txBody>
      </p:sp>
      <p:sp useBgFill="1">
        <p:nvSpPr>
          <p:cNvPr id="15" name="Rectángulo 14">
            <a:extLst>
              <a:ext uri="{FF2B5EF4-FFF2-40B4-BE49-F238E27FC236}">
                <a16:creationId xmlns:a16="http://schemas.microsoft.com/office/drawing/2014/main" id="{E61F1EFE-E608-4FCB-8DBB-12FA3AC1E2C9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43" y="643464"/>
            <a:ext cx="6909336" cy="5571072"/>
          </a:xfrm>
          <a:prstGeom prst="rect">
            <a:avLst/>
          </a:prstGeom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</p:sp>
      <p:sp useBgFill="1">
        <p:nvSpPr>
          <p:cNvPr id="17" name="Rectángulo 16">
            <a:extLst>
              <a:ext uri="{FF2B5EF4-FFF2-40B4-BE49-F238E27FC236}">
                <a16:creationId xmlns:a16="http://schemas.microsoft.com/office/drawing/2014/main" id="{4C7DD595-7EA3-45FF-B181-2B606353F7D0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6071" y="809244"/>
            <a:ext cx="6583680" cy="5239512"/>
          </a:xfrm>
          <a:prstGeom prst="rect">
            <a:avLst/>
          </a:prstGeom>
          <a:ln w="6350" cap="sq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848B10FE-6408-43F6-9A62-B98F2DB0FFB8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66971" y="-1"/>
            <a:ext cx="4025029" cy="6858000"/>
          </a:xfrm>
          <a:prstGeom prst="rect">
            <a:avLst/>
          </a:prstGeom>
          <a:blipFill dpi="0" rotWithShape="1">
            <a:blip r:embed="rId3">
              <a:alphaModFix amt="10000"/>
              <a:duotone>
                <a:schemeClr val="accent3">
                  <a:shade val="45000"/>
                  <a:satMod val="135000"/>
                </a:schemeClr>
                <a:prstClr val="white"/>
              </a:duotone>
            </a:blip>
            <a:srcRect/>
            <a:tile tx="-31750" ty="-120650" sx="100000" sy="100000" flip="xy" algn="tl"/>
          </a:blipFill>
          <a:ln w="19050" cmpd="sng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F3F6C66-D6D7-4A72-9928-967AEA4007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3541" y="646849"/>
            <a:ext cx="3468080" cy="5571071"/>
          </a:xfrm>
        </p:spPr>
        <p:txBody>
          <a:bodyPr rtlCol="0">
            <a:normAutofit/>
          </a:bodyPr>
          <a:lstStyle/>
          <a:p>
            <a:pPr algn="ctr" rtl="0"/>
            <a:r>
              <a:rPr lang="es-ES" sz="4400" dirty="0" smtClean="0">
                <a:solidFill>
                  <a:srgbClr val="FFFFFF"/>
                </a:solidFill>
              </a:rPr>
              <a:t>HUMITAT RELATIVA</a:t>
            </a:r>
            <a:endParaRPr lang="es-ES" sz="4400" dirty="0">
              <a:solidFill>
                <a:srgbClr val="FFFFFF"/>
              </a:solidFill>
            </a:endParaRPr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5F3F6C66-D6D7-4A72-9928-967AEA400766}"/>
              </a:ext>
            </a:extLst>
          </p:cNvPr>
          <p:cNvSpPr txBox="1">
            <a:spLocks/>
          </p:cNvSpPr>
          <p:nvPr/>
        </p:nvSpPr>
        <p:spPr>
          <a:xfrm>
            <a:off x="1364830" y="4861917"/>
            <a:ext cx="5702925" cy="3508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800" kern="1200" cap="none" spc="0" baseline="0" dirty="0">
                <a:solidFill>
                  <a:schemeClr val="tx1"/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es-ES" sz="1200" dirty="0">
                <a:solidFill>
                  <a:schemeClr val="accent1"/>
                </a:solidFill>
              </a:rPr>
              <a:t>Disponible </a:t>
            </a:r>
            <a:r>
              <a:rPr lang="es-ES" sz="1200" dirty="0" smtClean="0">
                <a:solidFill>
                  <a:schemeClr val="accent1"/>
                </a:solidFill>
              </a:rPr>
              <a:t>a: </a:t>
            </a:r>
            <a:r>
              <a:rPr lang="es-ES" sz="1200" dirty="0" smtClean="0">
                <a:solidFill>
                  <a:schemeClr val="accent1"/>
                </a:solidFill>
                <a:hlinkClick r:id="rId4"/>
              </a:rPr>
              <a:t>https</a:t>
            </a:r>
            <a:r>
              <a:rPr lang="es-ES" sz="1200" dirty="0">
                <a:solidFill>
                  <a:schemeClr val="accent1"/>
                </a:solidFill>
                <a:hlinkClick r:id="rId4"/>
              </a:rPr>
              <a:t>://public.flourish.studio/visualisation/27181692</a:t>
            </a:r>
            <a:r>
              <a:rPr lang="es-ES" sz="1200" dirty="0" smtClean="0">
                <a:solidFill>
                  <a:schemeClr val="accent1"/>
                </a:solidFill>
                <a:hlinkClick r:id="rId4"/>
              </a:rPr>
              <a:t>/</a:t>
            </a:r>
            <a:r>
              <a:rPr lang="es-ES" sz="1200" dirty="0" smtClean="0">
                <a:solidFill>
                  <a:schemeClr val="accent1"/>
                </a:solidFill>
              </a:rPr>
              <a:t> </a:t>
            </a:r>
            <a:endParaRPr lang="es-ES" sz="1200" dirty="0">
              <a:solidFill>
                <a:schemeClr val="accent1"/>
              </a:solidFill>
            </a:endParaRPr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3642" y="903869"/>
            <a:ext cx="5968538" cy="3792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050027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ángulo 10">
            <a:extLst>
              <a:ext uri="{FF2B5EF4-FFF2-40B4-BE49-F238E27FC236}">
                <a16:creationId xmlns:a16="http://schemas.microsoft.com/office/drawing/2014/main" id="{AB763E74-B111-4F0A-990A-DC546EDB60B3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2">
            <a:schemeClr val="lt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dirty="0"/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59261977-BEC4-4705-BB60-C4C0C74711F6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867" y="0"/>
            <a:ext cx="8168743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dirty="0"/>
          </a:p>
        </p:txBody>
      </p:sp>
      <p:sp useBgFill="1">
        <p:nvSpPr>
          <p:cNvPr id="15" name="Rectángulo 14">
            <a:extLst>
              <a:ext uri="{FF2B5EF4-FFF2-40B4-BE49-F238E27FC236}">
                <a16:creationId xmlns:a16="http://schemas.microsoft.com/office/drawing/2014/main" id="{E61F1EFE-E608-4FCB-8DBB-12FA3AC1E2C9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43" y="643464"/>
            <a:ext cx="6909336" cy="5571072"/>
          </a:xfrm>
          <a:prstGeom prst="rect">
            <a:avLst/>
          </a:prstGeom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</p:sp>
      <p:sp useBgFill="1">
        <p:nvSpPr>
          <p:cNvPr id="17" name="Rectángulo 16">
            <a:extLst>
              <a:ext uri="{FF2B5EF4-FFF2-40B4-BE49-F238E27FC236}">
                <a16:creationId xmlns:a16="http://schemas.microsoft.com/office/drawing/2014/main" id="{4C7DD595-7EA3-45FF-B181-2B606353F7D0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6071" y="809244"/>
            <a:ext cx="6583680" cy="5239512"/>
          </a:xfrm>
          <a:prstGeom prst="rect">
            <a:avLst/>
          </a:prstGeom>
          <a:ln w="6350" cap="sq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848B10FE-6408-43F6-9A62-B98F2DB0FFB8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66971" y="-1"/>
            <a:ext cx="4025029" cy="6858000"/>
          </a:xfrm>
          <a:prstGeom prst="rect">
            <a:avLst/>
          </a:prstGeom>
          <a:blipFill dpi="0" rotWithShape="1">
            <a:blip r:embed="rId3">
              <a:alphaModFix amt="10000"/>
              <a:duotone>
                <a:schemeClr val="accent3">
                  <a:shade val="45000"/>
                  <a:satMod val="135000"/>
                </a:schemeClr>
                <a:prstClr val="white"/>
              </a:duotone>
            </a:blip>
            <a:srcRect/>
            <a:tile tx="-31750" ty="-120650" sx="100000" sy="100000" flip="xy" algn="tl"/>
          </a:blipFill>
          <a:ln w="19050" cmpd="sng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F3F6C66-D6D7-4A72-9928-967AEA4007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95822" y="646849"/>
            <a:ext cx="3996178" cy="5571071"/>
          </a:xfrm>
        </p:spPr>
        <p:txBody>
          <a:bodyPr rtlCol="0">
            <a:normAutofit/>
          </a:bodyPr>
          <a:lstStyle/>
          <a:p>
            <a:pPr algn="ctr" rtl="0"/>
            <a:r>
              <a:rPr lang="es-ES" sz="4000" dirty="0" smtClean="0">
                <a:solidFill>
                  <a:srgbClr val="FFFFFF"/>
                </a:solidFill>
              </a:rPr>
              <a:t>TEMPERATURA</a:t>
            </a:r>
            <a:endParaRPr lang="es-ES" sz="4000" dirty="0">
              <a:solidFill>
                <a:srgbClr val="FFFFFF"/>
              </a:solidFill>
            </a:endParaRPr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5F3F6C66-D6D7-4A72-9928-967AEA400766}"/>
              </a:ext>
            </a:extLst>
          </p:cNvPr>
          <p:cNvSpPr txBox="1">
            <a:spLocks/>
          </p:cNvSpPr>
          <p:nvPr/>
        </p:nvSpPr>
        <p:spPr>
          <a:xfrm>
            <a:off x="1231040" y="5103295"/>
            <a:ext cx="5702925" cy="3508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800" kern="1200" cap="none" spc="0" baseline="0" dirty="0">
                <a:solidFill>
                  <a:schemeClr val="tx1"/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es-ES" sz="1200" dirty="0">
                <a:solidFill>
                  <a:schemeClr val="accent1"/>
                </a:solidFill>
              </a:rPr>
              <a:t>Disponible a: </a:t>
            </a:r>
            <a:r>
              <a:rPr lang="es-ES" sz="1200" dirty="0">
                <a:solidFill>
                  <a:schemeClr val="accent1"/>
                </a:solidFill>
                <a:hlinkClick r:id="rId4"/>
              </a:rPr>
              <a:t>https://public.flourish.studio/visualisation/27182444</a:t>
            </a:r>
            <a:r>
              <a:rPr lang="es-ES" sz="1200" dirty="0" smtClean="0">
                <a:solidFill>
                  <a:schemeClr val="accent1"/>
                </a:solidFill>
                <a:hlinkClick r:id="rId4"/>
              </a:rPr>
              <a:t>/</a:t>
            </a:r>
            <a:r>
              <a:rPr lang="es-ES" sz="1200" dirty="0" smtClean="0">
                <a:solidFill>
                  <a:schemeClr val="accent1"/>
                </a:solidFill>
              </a:rPr>
              <a:t> </a:t>
            </a:r>
            <a:endParaRPr lang="es-ES" sz="1200" dirty="0">
              <a:solidFill>
                <a:schemeClr val="accent1"/>
              </a:solidFill>
            </a:endParaRPr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1750" y="1129813"/>
            <a:ext cx="5752215" cy="3857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11935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FBE61F3-2745-486A-9B37-D1351783A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 algn="ctr" rtl="0"/>
            <a:r>
              <a:rPr lang="es-ES" sz="3200" dirty="0" smtClean="0"/>
              <a:t>EFECTES ALS PRIMERS 30 DIES</a:t>
            </a:r>
            <a:endParaRPr lang="es-ES" sz="3200" dirty="0"/>
          </a:p>
        </p:txBody>
      </p:sp>
      <p:sp>
        <p:nvSpPr>
          <p:cNvPr id="10" name="Marcador de texto 9"/>
          <p:cNvSpPr>
            <a:spLocks noGrp="1"/>
          </p:cNvSpPr>
          <p:nvPr>
            <p:ph type="body" idx="1"/>
          </p:nvPr>
        </p:nvSpPr>
        <p:spPr>
          <a:xfrm>
            <a:off x="1069848" y="5956298"/>
            <a:ext cx="4754880" cy="394626"/>
          </a:xfrm>
        </p:spPr>
        <p:txBody>
          <a:bodyPr>
            <a:normAutofit fontScale="62500" lnSpcReduction="20000"/>
          </a:bodyPr>
          <a:lstStyle/>
          <a:p>
            <a:r>
              <a:rPr lang="ca-ES" dirty="0" smtClean="0"/>
              <a:t>Disponible</a:t>
            </a:r>
            <a:r>
              <a:rPr lang="ca-ES" dirty="0"/>
              <a:t>: </a:t>
            </a:r>
            <a:r>
              <a:rPr lang="ca-ES" dirty="0">
                <a:hlinkClick r:id="rId3"/>
              </a:rPr>
              <a:t>https://public.flourish.studio/visualisation/27182411</a:t>
            </a:r>
            <a:r>
              <a:rPr lang="ca-ES" dirty="0" smtClean="0">
                <a:hlinkClick r:id="rId3"/>
              </a:rPr>
              <a:t>/</a:t>
            </a:r>
            <a:r>
              <a:rPr lang="ca-ES" dirty="0" smtClean="0"/>
              <a:t> </a:t>
            </a:r>
            <a:endParaRPr lang="ca-ES" dirty="0"/>
          </a:p>
        </p:txBody>
      </p:sp>
      <p:sp>
        <p:nvSpPr>
          <p:cNvPr id="12" name="Marcador de texto 11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ca-ES" dirty="0" smtClean="0"/>
              <a:t>TEMPERATURES MÀXIMES</a:t>
            </a:r>
            <a:endParaRPr lang="ca-ES" dirty="0"/>
          </a:p>
        </p:txBody>
      </p:sp>
      <p:sp>
        <p:nvSpPr>
          <p:cNvPr id="16" name="Marcador de texto 9"/>
          <p:cNvSpPr txBox="1">
            <a:spLocks/>
          </p:cNvSpPr>
          <p:nvPr/>
        </p:nvSpPr>
        <p:spPr>
          <a:xfrm>
            <a:off x="1222248" y="2226734"/>
            <a:ext cx="4754880" cy="6400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>
                  <a:lumMod val="60000"/>
                  <a:lumOff val="40000"/>
                </a:schemeClr>
              </a:buClr>
              <a:buFont typeface="Arial" pitchFamily="34" charset="0"/>
              <a:buNone/>
              <a:defRPr sz="18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>
                  <a:lumMod val="60000"/>
                  <a:lumOff val="40000"/>
                </a:schemeClr>
              </a:buClr>
              <a:buFont typeface="Arial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>
                  <a:lumMod val="60000"/>
                  <a:lumOff val="40000"/>
                </a:schemeClr>
              </a:buClr>
              <a:buFont typeface="Arial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>
                  <a:lumMod val="60000"/>
                  <a:lumOff val="40000"/>
                </a:schemeClr>
              </a:buClr>
              <a:buFont typeface="Arial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>
                  <a:lumMod val="60000"/>
                  <a:lumOff val="40000"/>
                </a:schemeClr>
              </a:buClr>
              <a:buFont typeface="Arial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>
                  <a:lumMod val="60000"/>
                  <a:lumOff val="40000"/>
                </a:schemeClr>
              </a:buClr>
              <a:buFont typeface="Arial" pitchFamily="34" charset="0"/>
              <a:buNone/>
              <a:defRPr sz="16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>
                  <a:lumMod val="60000"/>
                  <a:lumOff val="40000"/>
                </a:schemeClr>
              </a:buClr>
              <a:buFont typeface="Arial" pitchFamily="34" charset="0"/>
              <a:buNone/>
              <a:defRPr sz="16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>
                  <a:lumMod val="60000"/>
                  <a:lumOff val="40000"/>
                </a:schemeClr>
              </a:buClr>
              <a:buFont typeface="Arial" pitchFamily="34" charset="0"/>
              <a:buNone/>
              <a:defRPr sz="16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>
                  <a:lumMod val="60000"/>
                  <a:lumOff val="40000"/>
                </a:schemeClr>
              </a:buClr>
              <a:buFont typeface="Arial" pitchFamily="34" charset="0"/>
              <a:buNone/>
              <a:defRPr sz="16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ca-ES" smtClean="0"/>
              <a:t>TEMPERATURES MÍNIMES</a:t>
            </a:r>
            <a:endParaRPr lang="ca-ES" dirty="0"/>
          </a:p>
        </p:txBody>
      </p:sp>
      <p:pic>
        <p:nvPicPr>
          <p:cNvPr id="18" name="Marcador de contenido 17"/>
          <p:cNvPicPr>
            <a:picLocks noGrp="1" noChangeAspect="1"/>
          </p:cNvPicPr>
          <p:nvPr>
            <p:ph sz="half" idx="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9975" y="2971366"/>
            <a:ext cx="4754563" cy="2769467"/>
          </a:xfrm>
        </p:spPr>
      </p:pic>
      <p:pic>
        <p:nvPicPr>
          <p:cNvPr id="22" name="Marcador de contenido 21"/>
          <p:cNvPicPr>
            <a:picLocks noGrp="1" noChangeAspect="1"/>
          </p:cNvPicPr>
          <p:nvPr>
            <p:ph sz="quarter" idx="4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3813" y="2965932"/>
            <a:ext cx="4754562" cy="2780336"/>
          </a:xfrm>
        </p:spPr>
      </p:pic>
      <p:sp>
        <p:nvSpPr>
          <p:cNvPr id="24" name="Marcador de texto 9"/>
          <p:cNvSpPr txBox="1">
            <a:spLocks/>
          </p:cNvSpPr>
          <p:nvPr/>
        </p:nvSpPr>
        <p:spPr>
          <a:xfrm>
            <a:off x="6370320" y="5956298"/>
            <a:ext cx="4754880" cy="3946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62500" lnSpcReduction="20000"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>
                  <a:lumMod val="60000"/>
                  <a:lumOff val="40000"/>
                </a:schemeClr>
              </a:buClr>
              <a:buFont typeface="Arial" pitchFamily="34" charset="0"/>
              <a:buNone/>
              <a:defRPr sz="18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>
                  <a:lumMod val="60000"/>
                  <a:lumOff val="40000"/>
                </a:schemeClr>
              </a:buClr>
              <a:buFont typeface="Arial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>
                  <a:lumMod val="60000"/>
                  <a:lumOff val="40000"/>
                </a:schemeClr>
              </a:buClr>
              <a:buFont typeface="Arial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>
                  <a:lumMod val="60000"/>
                  <a:lumOff val="40000"/>
                </a:schemeClr>
              </a:buClr>
              <a:buFont typeface="Arial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>
                  <a:lumMod val="60000"/>
                  <a:lumOff val="40000"/>
                </a:schemeClr>
              </a:buClr>
              <a:buFont typeface="Arial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>
                  <a:lumMod val="60000"/>
                  <a:lumOff val="40000"/>
                </a:schemeClr>
              </a:buClr>
              <a:buFont typeface="Arial" pitchFamily="34" charset="0"/>
              <a:buNone/>
              <a:defRPr sz="16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>
                  <a:lumMod val="60000"/>
                  <a:lumOff val="40000"/>
                </a:schemeClr>
              </a:buClr>
              <a:buFont typeface="Arial" pitchFamily="34" charset="0"/>
              <a:buNone/>
              <a:defRPr sz="16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>
                  <a:lumMod val="60000"/>
                  <a:lumOff val="40000"/>
                </a:schemeClr>
              </a:buClr>
              <a:buFont typeface="Arial" pitchFamily="34" charset="0"/>
              <a:buNone/>
              <a:defRPr sz="16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>
                  <a:lumMod val="60000"/>
                  <a:lumOff val="40000"/>
                </a:schemeClr>
              </a:buClr>
              <a:buFont typeface="Arial" pitchFamily="34" charset="0"/>
              <a:buNone/>
              <a:defRPr sz="16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ca-ES" dirty="0" smtClean="0"/>
              <a:t>Disponible</a:t>
            </a:r>
            <a:r>
              <a:rPr lang="ca-ES" dirty="0"/>
              <a:t>: </a:t>
            </a:r>
            <a:r>
              <a:rPr lang="ca-ES" dirty="0">
                <a:hlinkClick r:id="rId6"/>
              </a:rPr>
              <a:t>https://public.flourish.studio/visualisation/27182346</a:t>
            </a:r>
            <a:r>
              <a:rPr lang="ca-ES" dirty="0" smtClean="0">
                <a:hlinkClick r:id="rId6"/>
              </a:rPr>
              <a:t>/</a:t>
            </a:r>
            <a:r>
              <a:rPr lang="ca-ES" dirty="0" smtClean="0"/>
              <a:t>  </a:t>
            </a:r>
            <a:endParaRPr lang="ca-ES" dirty="0"/>
          </a:p>
        </p:txBody>
      </p:sp>
    </p:spTree>
    <p:extLst>
      <p:ext uri="{BB962C8B-B14F-4D97-AF65-F5344CB8AC3E}">
        <p14:creationId xmlns:p14="http://schemas.microsoft.com/office/powerpoint/2010/main" val="4911860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FBE61F3-2745-486A-9B37-D1351783A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 algn="ctr" rtl="0"/>
            <a:r>
              <a:rPr lang="es-ES" sz="3200" dirty="0" smtClean="0"/>
              <a:t>EFECTES ALS DARRERS 30 DIES</a:t>
            </a:r>
            <a:endParaRPr lang="es-ES" sz="3200" dirty="0"/>
          </a:p>
        </p:txBody>
      </p:sp>
      <p:sp>
        <p:nvSpPr>
          <p:cNvPr id="10" name="Marcador de texto 9"/>
          <p:cNvSpPr>
            <a:spLocks noGrp="1"/>
          </p:cNvSpPr>
          <p:nvPr>
            <p:ph type="body" idx="1"/>
          </p:nvPr>
        </p:nvSpPr>
        <p:spPr>
          <a:xfrm>
            <a:off x="1069848" y="5956298"/>
            <a:ext cx="4754880" cy="394626"/>
          </a:xfrm>
        </p:spPr>
        <p:txBody>
          <a:bodyPr>
            <a:normAutofit fontScale="62500" lnSpcReduction="20000"/>
          </a:bodyPr>
          <a:lstStyle/>
          <a:p>
            <a:r>
              <a:rPr lang="ca-ES" dirty="0" smtClean="0"/>
              <a:t>Disponible</a:t>
            </a:r>
            <a:r>
              <a:rPr lang="ca-ES" dirty="0"/>
              <a:t>: </a:t>
            </a:r>
            <a:r>
              <a:rPr lang="ca-ES" dirty="0">
                <a:hlinkClick r:id="rId3"/>
              </a:rPr>
              <a:t>https://public.flourish.studio/visualisation/27182404</a:t>
            </a:r>
            <a:r>
              <a:rPr lang="ca-ES" dirty="0" smtClean="0">
                <a:hlinkClick r:id="rId3"/>
              </a:rPr>
              <a:t>/</a:t>
            </a:r>
            <a:r>
              <a:rPr lang="ca-ES" dirty="0" smtClean="0"/>
              <a:t>  </a:t>
            </a:r>
            <a:endParaRPr lang="ca-ES" dirty="0"/>
          </a:p>
        </p:txBody>
      </p:sp>
      <p:sp>
        <p:nvSpPr>
          <p:cNvPr id="12" name="Marcador de texto 11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ca-ES" dirty="0" smtClean="0"/>
              <a:t>TEMPERATURES MÀXIMES</a:t>
            </a:r>
            <a:endParaRPr lang="ca-ES" dirty="0"/>
          </a:p>
        </p:txBody>
      </p:sp>
      <p:sp>
        <p:nvSpPr>
          <p:cNvPr id="16" name="Marcador de texto 9"/>
          <p:cNvSpPr txBox="1">
            <a:spLocks/>
          </p:cNvSpPr>
          <p:nvPr/>
        </p:nvSpPr>
        <p:spPr>
          <a:xfrm>
            <a:off x="1222248" y="2226734"/>
            <a:ext cx="4754880" cy="6400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>
                  <a:lumMod val="60000"/>
                  <a:lumOff val="40000"/>
                </a:schemeClr>
              </a:buClr>
              <a:buFont typeface="Arial" pitchFamily="34" charset="0"/>
              <a:buNone/>
              <a:defRPr sz="18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>
                  <a:lumMod val="60000"/>
                  <a:lumOff val="40000"/>
                </a:schemeClr>
              </a:buClr>
              <a:buFont typeface="Arial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>
                  <a:lumMod val="60000"/>
                  <a:lumOff val="40000"/>
                </a:schemeClr>
              </a:buClr>
              <a:buFont typeface="Arial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>
                  <a:lumMod val="60000"/>
                  <a:lumOff val="40000"/>
                </a:schemeClr>
              </a:buClr>
              <a:buFont typeface="Arial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>
                  <a:lumMod val="60000"/>
                  <a:lumOff val="40000"/>
                </a:schemeClr>
              </a:buClr>
              <a:buFont typeface="Arial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>
                  <a:lumMod val="60000"/>
                  <a:lumOff val="40000"/>
                </a:schemeClr>
              </a:buClr>
              <a:buFont typeface="Arial" pitchFamily="34" charset="0"/>
              <a:buNone/>
              <a:defRPr sz="16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>
                  <a:lumMod val="60000"/>
                  <a:lumOff val="40000"/>
                </a:schemeClr>
              </a:buClr>
              <a:buFont typeface="Arial" pitchFamily="34" charset="0"/>
              <a:buNone/>
              <a:defRPr sz="16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>
                  <a:lumMod val="60000"/>
                  <a:lumOff val="40000"/>
                </a:schemeClr>
              </a:buClr>
              <a:buFont typeface="Arial" pitchFamily="34" charset="0"/>
              <a:buNone/>
              <a:defRPr sz="16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>
                  <a:lumMod val="60000"/>
                  <a:lumOff val="40000"/>
                </a:schemeClr>
              </a:buClr>
              <a:buFont typeface="Arial" pitchFamily="34" charset="0"/>
              <a:buNone/>
              <a:defRPr sz="16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ca-ES" smtClean="0"/>
              <a:t>TEMPERATURES MÍNIMES</a:t>
            </a:r>
            <a:endParaRPr lang="ca-ES" dirty="0"/>
          </a:p>
        </p:txBody>
      </p:sp>
      <p:sp>
        <p:nvSpPr>
          <p:cNvPr id="24" name="Marcador de texto 9"/>
          <p:cNvSpPr txBox="1">
            <a:spLocks/>
          </p:cNvSpPr>
          <p:nvPr/>
        </p:nvSpPr>
        <p:spPr>
          <a:xfrm>
            <a:off x="6370320" y="5956298"/>
            <a:ext cx="4754880" cy="3946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62500" lnSpcReduction="20000"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>
                  <a:lumMod val="60000"/>
                  <a:lumOff val="40000"/>
                </a:schemeClr>
              </a:buClr>
              <a:buFont typeface="Arial" pitchFamily="34" charset="0"/>
              <a:buNone/>
              <a:defRPr sz="18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>
                  <a:lumMod val="60000"/>
                  <a:lumOff val="40000"/>
                </a:schemeClr>
              </a:buClr>
              <a:buFont typeface="Arial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>
                  <a:lumMod val="60000"/>
                  <a:lumOff val="40000"/>
                </a:schemeClr>
              </a:buClr>
              <a:buFont typeface="Arial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>
                  <a:lumMod val="60000"/>
                  <a:lumOff val="40000"/>
                </a:schemeClr>
              </a:buClr>
              <a:buFont typeface="Arial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>
                  <a:lumMod val="60000"/>
                  <a:lumOff val="40000"/>
                </a:schemeClr>
              </a:buClr>
              <a:buFont typeface="Arial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>
                  <a:lumMod val="60000"/>
                  <a:lumOff val="40000"/>
                </a:schemeClr>
              </a:buClr>
              <a:buFont typeface="Arial" pitchFamily="34" charset="0"/>
              <a:buNone/>
              <a:defRPr sz="16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>
                  <a:lumMod val="60000"/>
                  <a:lumOff val="40000"/>
                </a:schemeClr>
              </a:buClr>
              <a:buFont typeface="Arial" pitchFamily="34" charset="0"/>
              <a:buNone/>
              <a:defRPr sz="16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>
                  <a:lumMod val="60000"/>
                  <a:lumOff val="40000"/>
                </a:schemeClr>
              </a:buClr>
              <a:buFont typeface="Arial" pitchFamily="34" charset="0"/>
              <a:buNone/>
              <a:defRPr sz="16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>
                  <a:lumMod val="60000"/>
                  <a:lumOff val="40000"/>
                </a:schemeClr>
              </a:buClr>
              <a:buFont typeface="Arial" pitchFamily="34" charset="0"/>
              <a:buNone/>
              <a:defRPr sz="16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ca-ES" dirty="0" smtClean="0"/>
              <a:t>Disponible</a:t>
            </a:r>
            <a:r>
              <a:rPr lang="ca-ES" dirty="0"/>
              <a:t>: </a:t>
            </a:r>
            <a:r>
              <a:rPr lang="ca-ES" dirty="0">
                <a:hlinkClick r:id="rId4"/>
              </a:rPr>
              <a:t>https://public.flourish.studio/visualisation/27182381</a:t>
            </a:r>
            <a:r>
              <a:rPr lang="ca-ES" dirty="0" smtClean="0">
                <a:hlinkClick r:id="rId4"/>
              </a:rPr>
              <a:t>/</a:t>
            </a:r>
            <a:r>
              <a:rPr lang="ca-ES" dirty="0" smtClean="0"/>
              <a:t>   </a:t>
            </a:r>
            <a:endParaRPr lang="ca-ES" dirty="0"/>
          </a:p>
        </p:txBody>
      </p:sp>
      <p:pic>
        <p:nvPicPr>
          <p:cNvPr id="6" name="Marcador de contenido 5"/>
          <p:cNvPicPr>
            <a:picLocks noGrp="1" noChangeAspect="1"/>
          </p:cNvPicPr>
          <p:nvPr>
            <p:ph sz="half" idx="2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9975" y="2906220"/>
            <a:ext cx="4754563" cy="2899760"/>
          </a:xfrm>
        </p:spPr>
      </p:pic>
      <p:pic>
        <p:nvPicPr>
          <p:cNvPr id="7" name="Marcador de contenido 6"/>
          <p:cNvPicPr>
            <a:picLocks noGrp="1" noChangeAspect="1"/>
          </p:cNvPicPr>
          <p:nvPr>
            <p:ph sz="quarter" idx="4"/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3813" y="2964385"/>
            <a:ext cx="4754562" cy="2783430"/>
          </a:xfrm>
        </p:spPr>
      </p:pic>
    </p:spTree>
    <p:extLst>
      <p:ext uri="{BB962C8B-B14F-4D97-AF65-F5344CB8AC3E}">
        <p14:creationId xmlns:p14="http://schemas.microsoft.com/office/powerpoint/2010/main" val="20496194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ángulo 13">
            <a:extLst>
              <a:ext uri="{FF2B5EF4-FFF2-40B4-BE49-F238E27FC236}">
                <a16:creationId xmlns:a16="http://schemas.microsoft.com/office/drawing/2014/main" id="{06FF3823-BBAD-4D28-B6DB-E416E24090B1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blipFill dpi="0" rotWithShape="1">
            <a:blip r:embed="rId3">
              <a:alphaModFix amt="45000"/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rcRect/>
            <a:tile tx="-31750" ty="-120650" sx="100000" sy="100000" flip="xy" algn="tl"/>
          </a:blipFill>
          <a:ln w="19050" cmpd="sng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4" name="Imagen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" y="-14590"/>
            <a:ext cx="12217938" cy="6872590"/>
          </a:xfrm>
          <a:prstGeom prst="rect">
            <a:avLst/>
          </a:prstGeom>
        </p:spPr>
      </p:pic>
      <p:sp>
        <p:nvSpPr>
          <p:cNvPr id="16" name="Rectángulo 15">
            <a:extLst>
              <a:ext uri="{FF2B5EF4-FFF2-40B4-BE49-F238E27FC236}">
                <a16:creationId xmlns:a16="http://schemas.microsoft.com/office/drawing/2014/main" id="{0E20F056-0FFD-4EE9-BDCB-8963C7F8BAB4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07870" y="1267730"/>
            <a:ext cx="9576262" cy="4307950"/>
          </a:xfrm>
          <a:prstGeom prst="rect">
            <a:avLst/>
          </a:prstGeom>
          <a:solidFill>
            <a:schemeClr val="tx1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</a:ln>
          <a:effectLst>
            <a:outerShdw blurRad="63500" algn="ctr" rotWithShape="0">
              <a:prstClr val="black">
                <a:alpha val="40000"/>
              </a:prstClr>
            </a:outerShdw>
            <a:softEdge rad="0"/>
          </a:effectLst>
        </p:spPr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87507ED7-71D7-4B95-8D4F-7B3E186238E1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47801" y="1411615"/>
            <a:ext cx="9296400" cy="4034770"/>
          </a:xfrm>
          <a:prstGeom prst="rect">
            <a:avLst/>
          </a:prstGeom>
          <a:solidFill>
            <a:schemeClr val="bg2"/>
          </a:solidFill>
          <a:ln w="9525" cap="sq" cmpd="sng" algn="ctr">
            <a:noFill/>
            <a:prstDash val="solid"/>
            <a:miter lim="800000"/>
          </a:ln>
          <a:effectLst/>
        </p:spPr>
      </p:sp>
      <p:grpSp>
        <p:nvGrpSpPr>
          <p:cNvPr id="20" name="Grupo 19">
            <a:extLst>
              <a:ext uri="{FF2B5EF4-FFF2-40B4-BE49-F238E27FC236}">
                <a16:creationId xmlns:a16="http://schemas.microsoft.com/office/drawing/2014/main" id="{AA38E6D2-F0D9-4B69-ABEB-EB70412E8C74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135880" y="1267730"/>
            <a:ext cx="1920240" cy="731520"/>
            <a:chOff x="4828372" y="1267730"/>
            <a:chExt cx="2227748" cy="731520"/>
          </a:xfrm>
        </p:grpSpPr>
        <p:sp>
          <p:nvSpPr>
            <p:cNvPr id="21" name="Rectángulo 20">
              <a:extLst>
                <a:ext uri="{FF2B5EF4-FFF2-40B4-BE49-F238E27FC236}">
                  <a16:creationId xmlns:a16="http://schemas.microsoft.com/office/drawing/2014/main" id="{025EA075-7728-48F3-B18E-92389160DD99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135880" y="1267730"/>
              <a:ext cx="1920240" cy="7315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>
              <a:outerShdw blurRad="50800" dist="127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grpSp>
          <p:nvGrpSpPr>
            <p:cNvPr id="22" name="Grupo 21">
              <a:extLst>
                <a:ext uri="{FF2B5EF4-FFF2-40B4-BE49-F238E27FC236}">
                  <a16:creationId xmlns:a16="http://schemas.microsoft.com/office/drawing/2014/main" id="{1115E6AD-1E2A-40FE-B424-56271D8A89F6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4828372" y="1267730"/>
              <a:ext cx="1567331" cy="645295"/>
              <a:chOff x="5318306" y="1386268"/>
              <a:chExt cx="1567331" cy="645295"/>
            </a:xfrm>
          </p:grpSpPr>
          <p:cxnSp>
            <p:nvCxnSpPr>
              <p:cNvPr id="23" name="Conector recto 22">
                <a:extLst>
                  <a:ext uri="{FF2B5EF4-FFF2-40B4-BE49-F238E27FC236}">
                    <a16:creationId xmlns:a16="http://schemas.microsoft.com/office/drawing/2014/main" id="{D2CFBBA0-D70F-4068-8385-B020EA21AAB4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>
                <a:off x="5318306" y="1386268"/>
                <a:ext cx="0" cy="640080"/>
              </a:xfrm>
              <a:prstGeom prst="lin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solidFill>
                  <a:srgbClr val="FFFFFF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Conector recto 23">
                <a:extLst>
                  <a:ext uri="{FF2B5EF4-FFF2-40B4-BE49-F238E27FC236}">
                    <a16:creationId xmlns:a16="http://schemas.microsoft.com/office/drawing/2014/main" id="{D963F62F-FFD6-43CD-BE0D-00770BB97C05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>
                <a:off x="6885637" y="1386268"/>
                <a:ext cx="0" cy="640080"/>
              </a:xfrm>
              <a:prstGeom prst="lin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solidFill>
                  <a:srgbClr val="FFFFFF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Conector recto 24">
                <a:extLst>
                  <a:ext uri="{FF2B5EF4-FFF2-40B4-BE49-F238E27FC236}">
                    <a16:creationId xmlns:a16="http://schemas.microsoft.com/office/drawing/2014/main" id="{875688F4-0BFA-49D0-92B0-84CBE5508B01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>
                <a:off x="5318306" y="2031563"/>
                <a:ext cx="1567331" cy="0"/>
              </a:xfrm>
              <a:prstGeom prst="lin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solidFill>
                  <a:srgbClr val="FFFFFF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7" name="Rectángulo 26">
            <a:extLst>
              <a:ext uri="{FF2B5EF4-FFF2-40B4-BE49-F238E27FC236}">
                <a16:creationId xmlns:a16="http://schemas.microsoft.com/office/drawing/2014/main" id="{7BB58C53-AF1A-4577-9FD9-2A6A3DDEA577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07870" y="1267730"/>
            <a:ext cx="9576262" cy="4307950"/>
          </a:xfrm>
          <a:prstGeom prst="rect">
            <a:avLst/>
          </a:prstGeom>
          <a:solidFill>
            <a:schemeClr val="tx1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</a:ln>
          <a:effectLst>
            <a:outerShdw blurRad="63500" algn="ctr" rotWithShape="0">
              <a:prstClr val="black">
                <a:alpha val="40000"/>
              </a:prstClr>
            </a:outerShdw>
            <a:softEdge rad="0"/>
          </a:effectLst>
        </p:spPr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E5F7F7DE-2DAA-4260-B379-423DEC36F325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47801" y="1411615"/>
            <a:ext cx="9296400" cy="4034770"/>
          </a:xfrm>
          <a:prstGeom prst="rect">
            <a:avLst/>
          </a:prstGeom>
          <a:solidFill>
            <a:schemeClr val="bg2"/>
          </a:solidFill>
          <a:ln w="6350" cap="sq" cmpd="sng" algn="ctr">
            <a:noFill/>
            <a:prstDash val="solid"/>
            <a:miter lim="800000"/>
          </a:ln>
          <a:effectLst/>
        </p:spPr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22BAEBB-B897-4E2E-8BE7-753F1060BE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7863" y="2091263"/>
            <a:ext cx="9576262" cy="188332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es-ES" sz="5800" dirty="0" smtClean="0"/>
              <a:t>Fi de la </a:t>
            </a:r>
            <a:r>
              <a:rPr lang="es-ES" sz="5800" dirty="0" err="1" smtClean="0"/>
              <a:t>presentació</a:t>
            </a:r>
            <a:endParaRPr lang="es-ES" sz="5800" dirty="0"/>
          </a:p>
        </p:txBody>
      </p:sp>
      <p:sp>
        <p:nvSpPr>
          <p:cNvPr id="3" name="Marcador de posición de texto 2">
            <a:extLst>
              <a:ext uri="{FF2B5EF4-FFF2-40B4-BE49-F238E27FC236}">
                <a16:creationId xmlns:a16="http://schemas.microsoft.com/office/drawing/2014/main" id="{459DEA66-4826-47AE-AD32-B06226F8EC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62100" y="3632662"/>
            <a:ext cx="9070848" cy="1506601"/>
          </a:xfrm>
        </p:spPr>
        <p:txBody>
          <a:bodyPr vert="horz" lIns="91440" tIns="45720" rIns="91440" bIns="45720" rtlCol="0">
            <a:normAutofit fontScale="92500"/>
          </a:bodyPr>
          <a:lstStyle/>
          <a:p>
            <a:pPr rtl="0">
              <a:spcBef>
                <a:spcPts val="0"/>
              </a:spcBef>
            </a:pPr>
            <a:r>
              <a:rPr lang="es-ES" spc="80" dirty="0" smtClean="0"/>
              <a:t>Francesc Llàtzer Bosch Martorell</a:t>
            </a:r>
          </a:p>
          <a:p>
            <a:pPr>
              <a:spcBef>
                <a:spcPts val="0"/>
              </a:spcBef>
            </a:pPr>
            <a:r>
              <a:rPr lang="es-ES" spc="80" dirty="0" smtClean="0">
                <a:hlinkClick r:id="rId5"/>
              </a:rPr>
              <a:t>fbosch@uoc.edu</a:t>
            </a:r>
            <a:r>
              <a:rPr lang="es-ES" spc="80" dirty="0"/>
              <a:t/>
            </a:r>
            <a:br>
              <a:rPr lang="es-ES" spc="80" dirty="0"/>
            </a:br>
            <a:r>
              <a:rPr lang="es-ES" spc="80" dirty="0"/>
              <a:t/>
            </a:r>
            <a:br>
              <a:rPr lang="es-ES" spc="80" dirty="0"/>
            </a:br>
            <a:r>
              <a:rPr lang="es-ES" spc="80" dirty="0"/>
              <a:t>Font de </a:t>
            </a:r>
            <a:r>
              <a:rPr lang="es-ES" spc="80" dirty="0" err="1"/>
              <a:t>dades</a:t>
            </a:r>
            <a:r>
              <a:rPr lang="es-ES" spc="80" dirty="0"/>
              <a:t>: </a:t>
            </a:r>
            <a:r>
              <a:rPr lang="es-ES" spc="80" dirty="0">
                <a:hlinkClick r:id="rId6"/>
              </a:rPr>
              <a:t>https://</a:t>
            </a:r>
            <a:r>
              <a:rPr lang="es-ES" spc="80" dirty="0" smtClean="0">
                <a:hlinkClick r:id="rId6"/>
              </a:rPr>
              <a:t>archive.ics.uci.edu/dataset/1186/paddy+dataset</a:t>
            </a:r>
            <a:endParaRPr lang="es-ES" spc="80" dirty="0" smtClean="0"/>
          </a:p>
          <a:p>
            <a:pPr>
              <a:spcBef>
                <a:spcPts val="0"/>
              </a:spcBef>
            </a:pPr>
            <a:endParaRPr lang="es-ES" spc="80" dirty="0" smtClean="0"/>
          </a:p>
          <a:p>
            <a:pPr>
              <a:spcBef>
                <a:spcPts val="0"/>
              </a:spcBef>
            </a:pPr>
            <a:r>
              <a:rPr lang="es-ES" spc="80" dirty="0" err="1" smtClean="0"/>
              <a:t>Repositori</a:t>
            </a:r>
            <a:r>
              <a:rPr lang="es-ES" spc="80" dirty="0" smtClean="0"/>
              <a:t> </a:t>
            </a:r>
            <a:r>
              <a:rPr lang="es-ES" spc="80" dirty="0" smtClean="0"/>
              <a:t>de </a:t>
            </a:r>
            <a:r>
              <a:rPr lang="es-ES" spc="80" dirty="0" err="1" smtClean="0"/>
              <a:t>codi</a:t>
            </a:r>
            <a:r>
              <a:rPr lang="es-ES" spc="80" dirty="0" smtClean="0"/>
              <a:t>: </a:t>
            </a:r>
            <a:r>
              <a:rPr lang="es-ES" spc="80" dirty="0">
                <a:hlinkClick r:id="rId7"/>
              </a:rPr>
              <a:t>https://</a:t>
            </a:r>
            <a:r>
              <a:rPr lang="es-ES" spc="80" dirty="0" smtClean="0">
                <a:hlinkClick r:id="rId7"/>
              </a:rPr>
              <a:t>github.com/fbosch-fundaciobit/Pra2-Visualitzaci-de-Dades</a:t>
            </a:r>
            <a:endParaRPr lang="es-ES" spc="80" dirty="0" smtClean="0"/>
          </a:p>
          <a:p>
            <a:pPr>
              <a:spcBef>
                <a:spcPts val="0"/>
              </a:spcBef>
            </a:pPr>
            <a:endParaRPr lang="es-ES" spc="80" dirty="0"/>
          </a:p>
        </p:txBody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3C0C984F-4779-40F8-A8DC-59DD7615BE53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35880" y="1267730"/>
            <a:ext cx="1920240" cy="73152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50800" dist="127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33" name="Conector recto 32">
            <a:extLst>
              <a:ext uri="{FF2B5EF4-FFF2-40B4-BE49-F238E27FC236}">
                <a16:creationId xmlns:a16="http://schemas.microsoft.com/office/drawing/2014/main" id="{57D5430C-DB52-4EA6-8319-C7AC4C1710C5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250180" y="1267730"/>
            <a:ext cx="0" cy="640080"/>
          </a:xfrm>
          <a:prstGeom prst="line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ector recto 34">
            <a:extLst>
              <a:ext uri="{FF2B5EF4-FFF2-40B4-BE49-F238E27FC236}">
                <a16:creationId xmlns:a16="http://schemas.microsoft.com/office/drawing/2014/main" id="{8166ECFA-EC1E-4CD9-A9CC-1EBFE29AB8BC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941820" y="1267730"/>
            <a:ext cx="0" cy="640080"/>
          </a:xfrm>
          <a:prstGeom prst="line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ector recto 36">
            <a:extLst>
              <a:ext uri="{FF2B5EF4-FFF2-40B4-BE49-F238E27FC236}">
                <a16:creationId xmlns:a16="http://schemas.microsoft.com/office/drawing/2014/main" id="{C746FE2E-3188-4CA0-96F7-21A68D1B1943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250180" y="1913025"/>
            <a:ext cx="1691640" cy="0"/>
          </a:xfrm>
          <a:prstGeom prst="line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290615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avon">
  <a:themeElements>
    <a:clrScheme name="Savon">
      <a:dk1>
        <a:sysClr val="windowText" lastClr="000000"/>
      </a:dk1>
      <a:lt1>
        <a:sysClr val="window" lastClr="FFFFFF"/>
      </a:lt1>
      <a:dk2>
        <a:srgbClr val="455F51"/>
      </a:dk2>
      <a:lt2>
        <a:srgbClr val="E3DED1"/>
      </a:lt2>
      <a:accent1>
        <a:srgbClr val="549E39"/>
      </a:accent1>
      <a:accent2>
        <a:srgbClr val="8AB833"/>
      </a:accent2>
      <a:accent3>
        <a:srgbClr val="C0CF3A"/>
      </a:accent3>
      <a:accent4>
        <a:srgbClr val="029676"/>
      </a:accent4>
      <a:accent5>
        <a:srgbClr val="4AB5C4"/>
      </a:accent5>
      <a:accent6>
        <a:srgbClr val="0989B1"/>
      </a:accent6>
      <a:hlink>
        <a:srgbClr val="6B9F25"/>
      </a:hlink>
      <a:folHlink>
        <a:srgbClr val="B26B02"/>
      </a:folHlink>
    </a:clrScheme>
    <a:fontScheme name="Savon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Savo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5000"/>
                <a:lumMod val="105000"/>
              </a:schemeClr>
            </a:gs>
            <a:gs pos="100000">
              <a:schemeClr val="phClr">
                <a:tint val="65000"/>
                <a:satMod val="100000"/>
                <a:lumMod val="10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0000"/>
                <a:lumMod val="100000"/>
              </a:schemeClr>
            </a:gs>
            <a:gs pos="50000">
              <a:schemeClr val="phClr">
                <a:shade val="99000"/>
                <a:satMod val="105000"/>
                <a:lumMod val="100000"/>
              </a:schemeClr>
            </a:gs>
            <a:gs pos="100000">
              <a:schemeClr val="phClr">
                <a:shade val="98000"/>
                <a:satMod val="105000"/>
                <a:lumMod val="100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12700" dir="5400000" algn="ctr" rotWithShape="0">
              <a:srgbClr val="000000">
                <a:alpha val="63000"/>
              </a:srgbClr>
            </a:outerShdw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4200000"/>
            </a:lightRig>
          </a:scene3d>
          <a:sp3d prstMaterial="flat">
            <a:bevelT w="50800" h="63500" prst="rible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hade val="100000"/>
                <a:satMod val="300000"/>
              </a:schemeClr>
            </a:gs>
            <a:gs pos="100000">
              <a:schemeClr val="phClr">
                <a:tint val="100000"/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tint val="95000"/>
              </a:schemeClr>
              <a:schemeClr val="phClr">
                <a:shade val="92000"/>
                <a:satMod val="115000"/>
              </a:schemeClr>
            </a:duotone>
          </a:blip>
          <a:tile tx="0" ty="0" sx="60000" sy="6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29751727_TF78440441" id="{8124CA7B-D09D-4442-8065-5B4988299C03}" vid="{ED9CC861-8305-4014-8AEE-D8DC36682544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1c2eb7a32e66fb6e4260f3771546a5e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04e1f6479c48b08974ba73b5ca973489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4CC21C94-EC06-4610-B8F0-A456DD28CDE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5D6F7AD-09FB-47AB-B353-D1D83850E3A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2C0DB4D-BE53-4100-8A0D-CEFB2E482820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Diseño Garden Savon</Template>
  <TotalTime>0</TotalTime>
  <Words>131</Words>
  <Application>Microsoft Office PowerPoint</Application>
  <PresentationFormat>Panorámica</PresentationFormat>
  <Paragraphs>34</Paragraphs>
  <Slides>8</Slides>
  <Notes>8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Arial</vt:lpstr>
      <vt:lpstr>Calibri</vt:lpstr>
      <vt:lpstr>Century Gothic</vt:lpstr>
      <vt:lpstr>Savon</vt:lpstr>
      <vt:lpstr>Pràctica 2 Visualització de dades</vt:lpstr>
      <vt:lpstr>ÚS DE FERTILITZANT</vt:lpstr>
      <vt:lpstr>VELOCITAT DEL VENT</vt:lpstr>
      <vt:lpstr>HUMITAT RELATIVA</vt:lpstr>
      <vt:lpstr>TEMPERATURA</vt:lpstr>
      <vt:lpstr>EFECTES ALS PRIMERS 30 DIES</vt:lpstr>
      <vt:lpstr>EFECTES ALS DARRERS 30 DIES</vt:lpstr>
      <vt:lpstr>Fi de la presentació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2026-01-13T00:37:15Z</dcterms:created>
  <dcterms:modified xsi:type="dcterms:W3CDTF">2026-01-13T16:06:52Z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